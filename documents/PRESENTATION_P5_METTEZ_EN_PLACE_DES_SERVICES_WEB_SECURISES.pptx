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0C74B-BF7F-4954-9DA9-90481E6149D0}" v="892" dt="2024-12-11T00:03:09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Pelage" userId="54db4591437a0f12" providerId="Windows Live" clId="Web-{07FE72C5-49BE-4444-928F-0DDA0A79108C}"/>
    <pc:docChg chg="addSld modSld">
      <pc:chgData name="Samuel Pelage" userId="54db4591437a0f12" providerId="Windows Live" clId="Web-{07FE72C5-49BE-4444-928F-0DDA0A79108C}" dt="2024-11-25T00:14:08.614" v="75" actId="20577"/>
      <pc:docMkLst>
        <pc:docMk/>
      </pc:docMkLst>
      <pc:sldChg chg="delSp modSp">
        <pc:chgData name="Samuel Pelage" userId="54db4591437a0f12" providerId="Windows Live" clId="Web-{07FE72C5-49BE-4444-928F-0DDA0A79108C}" dt="2024-11-25T00:11:58.079" v="22"/>
        <pc:sldMkLst>
          <pc:docMk/>
          <pc:sldMk cId="3784089036" sldId="256"/>
        </pc:sldMkLst>
        <pc:spChg chg="mod">
          <ac:chgData name="Samuel Pelage" userId="54db4591437a0f12" providerId="Windows Live" clId="Web-{07FE72C5-49BE-4444-928F-0DDA0A79108C}" dt="2024-11-25T00:11:38.282" v="21" actId="20577"/>
          <ac:spMkLst>
            <pc:docMk/>
            <pc:sldMk cId="3784089036" sldId="256"/>
            <ac:spMk id="2" creationId="{00000000-0000-0000-0000-000000000000}"/>
          </ac:spMkLst>
        </pc:spChg>
        <pc:spChg chg="del">
          <ac:chgData name="Samuel Pelage" userId="54db4591437a0f12" providerId="Windows Live" clId="Web-{07FE72C5-49BE-4444-928F-0DDA0A79108C}" dt="2024-11-25T00:11:58.079" v="22"/>
          <ac:spMkLst>
            <pc:docMk/>
            <pc:sldMk cId="3784089036" sldId="256"/>
            <ac:spMk id="3" creationId="{00000000-0000-0000-0000-000000000000}"/>
          </ac:spMkLst>
        </pc:spChg>
      </pc:sldChg>
      <pc:sldChg chg="modSp new">
        <pc:chgData name="Samuel Pelage" userId="54db4591437a0f12" providerId="Windows Live" clId="Web-{07FE72C5-49BE-4444-928F-0DDA0A79108C}" dt="2024-11-25T00:13:42.207" v="43" actId="20577"/>
        <pc:sldMkLst>
          <pc:docMk/>
          <pc:sldMk cId="1234964470" sldId="257"/>
        </pc:sldMkLst>
        <pc:spChg chg="mod">
          <ac:chgData name="Samuel Pelage" userId="54db4591437a0f12" providerId="Windows Live" clId="Web-{07FE72C5-49BE-4444-928F-0DDA0A79108C}" dt="2024-11-25T00:13:42.207" v="43" actId="20577"/>
          <ac:spMkLst>
            <pc:docMk/>
            <pc:sldMk cId="1234964470" sldId="257"/>
            <ac:spMk id="2" creationId="{E092E529-A480-63AE-81AC-F49E762E3486}"/>
          </ac:spMkLst>
        </pc:spChg>
      </pc:sldChg>
      <pc:sldChg chg="modSp new">
        <pc:chgData name="Samuel Pelage" userId="54db4591437a0f12" providerId="Windows Live" clId="Web-{07FE72C5-49BE-4444-928F-0DDA0A79108C}" dt="2024-11-25T00:14:08.614" v="75" actId="20577"/>
        <pc:sldMkLst>
          <pc:docMk/>
          <pc:sldMk cId="3092966837" sldId="258"/>
        </pc:sldMkLst>
        <pc:spChg chg="mod">
          <ac:chgData name="Samuel Pelage" userId="54db4591437a0f12" providerId="Windows Live" clId="Web-{07FE72C5-49BE-4444-928F-0DDA0A79108C}" dt="2024-11-25T00:14:08.614" v="75" actId="20577"/>
          <ac:spMkLst>
            <pc:docMk/>
            <pc:sldMk cId="3092966837" sldId="258"/>
            <ac:spMk id="2" creationId="{E5C3DF65-33B8-4A17-062D-60BCB3DA7023}"/>
          </ac:spMkLst>
        </pc:spChg>
      </pc:sldChg>
    </pc:docChg>
  </pc:docChgLst>
  <pc:docChgLst>
    <pc:chgData name="Samuel Pelage" userId="54db4591437a0f12" providerId="Windows Live" clId="Web-{C731882F-3F69-4BF7-8BE0-073EECB2022F}"/>
    <pc:docChg chg="modSld addMainMaster delMainMaster">
      <pc:chgData name="Samuel Pelage" userId="54db4591437a0f12" providerId="Windows Live" clId="Web-{C731882F-3F69-4BF7-8BE0-073EECB2022F}" dt="2024-11-27T21:58:07.021" v="51"/>
      <pc:docMkLst>
        <pc:docMk/>
      </pc:docMkLst>
      <pc:sldChg chg="addSp delSp modSp mod setBg modClrScheme delDesignElem chgLayout">
        <pc:chgData name="Samuel Pelage" userId="54db4591437a0f12" providerId="Windows Live" clId="Web-{C731882F-3F69-4BF7-8BE0-073EECB2022F}" dt="2024-11-27T18:23:16.120" v="36"/>
        <pc:sldMkLst>
          <pc:docMk/>
          <pc:sldMk cId="3784089036" sldId="256"/>
        </pc:sldMkLst>
        <pc:spChg chg="mod ord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2" creationId="{00000000-0000-0000-0000-000000000000}"/>
          </ac:spMkLst>
        </pc:spChg>
        <pc:spChg chg="add del">
          <ac:chgData name="Samuel Pelage" userId="54db4591437a0f12" providerId="Windows Live" clId="Web-{C731882F-3F69-4BF7-8BE0-073EECB2022F}" dt="2024-11-27T18:02:48.091" v="3"/>
          <ac:spMkLst>
            <pc:docMk/>
            <pc:sldMk cId="3784089036" sldId="256"/>
            <ac:spMk id="4" creationId="{4609862E-48F9-45AC-8D44-67A0268A7935}"/>
          </ac:spMkLst>
        </pc:spChg>
        <pc:spChg chg="add del">
          <ac:chgData name="Samuel Pelage" userId="54db4591437a0f12" providerId="Windows Live" clId="Web-{C731882F-3F69-4BF7-8BE0-073EECB2022F}" dt="2024-11-27T18:02:48.091" v="3"/>
          <ac:spMkLst>
            <pc:docMk/>
            <pc:sldMk cId="3784089036" sldId="256"/>
            <ac:spMk id="5" creationId="{2D5EEA8B-2D86-4D1D-96B3-6B8290303786}"/>
          </ac:spMkLst>
        </pc:spChg>
        <pc:spChg chg="add del">
          <ac:chgData name="Samuel Pelage" userId="54db4591437a0f12" providerId="Windows Live" clId="Web-{C731882F-3F69-4BF7-8BE0-073EECB2022F}" dt="2024-11-27T18:22:07.712" v="33"/>
          <ac:spMkLst>
            <pc:docMk/>
            <pc:sldMk cId="3784089036" sldId="256"/>
            <ac:spMk id="6" creationId="{0E30439A-8A5B-46EC-8283-9B6B031D40D0}"/>
          </ac:spMkLst>
        </pc:spChg>
        <pc:spChg chg="add del">
          <ac:chgData name="Samuel Pelage" userId="54db4591437a0f12" providerId="Windows Live" clId="Web-{C731882F-3F69-4BF7-8BE0-073EECB2022F}" dt="2024-11-27T18:20:21.038" v="29"/>
          <ac:spMkLst>
            <pc:docMk/>
            <pc:sldMk cId="3784089036" sldId="256"/>
            <ac:spMk id="7" creationId="{1A3C89F8-0D2F-47FF-B903-151248265F47}"/>
          </ac:spMkLst>
        </pc:spChg>
        <pc:spChg chg="add del">
          <ac:chgData name="Samuel Pelage" userId="54db4591437a0f12" providerId="Windows Live" clId="Web-{C731882F-3F69-4BF7-8BE0-073EECB2022F}" dt="2024-11-27T18:22:07.712" v="33"/>
          <ac:spMkLst>
            <pc:docMk/>
            <pc:sldMk cId="3784089036" sldId="256"/>
            <ac:spMk id="8" creationId="{5CEAD642-85CF-4750-8432-7C80C901F001}"/>
          </ac:spMkLst>
        </pc:spChg>
        <pc:spChg chg="add del">
          <ac:chgData name="Samuel Pelage" userId="54db4591437a0f12" providerId="Windows Live" clId="Web-{C731882F-3F69-4BF7-8BE0-073EECB2022F}" dt="2024-11-27T18:20:21.038" v="29"/>
          <ac:spMkLst>
            <pc:docMk/>
            <pc:sldMk cId="3784089036" sldId="256"/>
            <ac:spMk id="9" creationId="{C5CB530E-515E-412C-9DF1-5F8FFBD6F383}"/>
          </ac:spMkLst>
        </pc:spChg>
        <pc:spChg chg="add del">
          <ac:chgData name="Samuel Pelage" userId="54db4591437a0f12" providerId="Windows Live" clId="Web-{C731882F-3F69-4BF7-8BE0-073EECB2022F}" dt="2024-11-27T18:22:07.712" v="33"/>
          <ac:spMkLst>
            <pc:docMk/>
            <pc:sldMk cId="3784089036" sldId="256"/>
            <ac:spMk id="10" creationId="{FA33EEAE-15D5-4119-8C1E-89D943F911EF}"/>
          </ac:spMkLst>
        </pc:spChg>
        <pc:spChg chg="add del">
          <ac:chgData name="Samuel Pelage" userId="54db4591437a0f12" providerId="Windows Live" clId="Web-{C731882F-3F69-4BF7-8BE0-073EECB2022F}" dt="2024-11-27T18:20:21.038" v="29"/>
          <ac:spMkLst>
            <pc:docMk/>
            <pc:sldMk cId="3784089036" sldId="256"/>
            <ac:spMk id="11" creationId="{712D4376-A578-4FF1-94FC-245E7A6A489F}"/>
          </ac:spMkLst>
        </pc:spChg>
        <pc:spChg chg="add del">
          <ac:chgData name="Samuel Pelage" userId="54db4591437a0f12" providerId="Windows Live" clId="Web-{C731882F-3F69-4BF7-8BE0-073EECB2022F}" dt="2024-11-27T18:22:07.712" v="33"/>
          <ac:spMkLst>
            <pc:docMk/>
            <pc:sldMk cId="3784089036" sldId="256"/>
            <ac:spMk id="12" creationId="{730D8B3B-9B80-4025-B934-26DC7D7CD231}"/>
          </ac:spMkLst>
        </pc:spChg>
        <pc:spChg chg="add del">
          <ac:chgData name="Samuel Pelage" userId="54db4591437a0f12" providerId="Windows Live" clId="Web-{C731882F-3F69-4BF7-8BE0-073EECB2022F}" dt="2024-11-27T18:20:21.038" v="29"/>
          <ac:spMkLst>
            <pc:docMk/>
            <pc:sldMk cId="3784089036" sldId="256"/>
            <ac:spMk id="13" creationId="{AEA7509D-F04F-40CB-A0B3-EEF16499CC9F}"/>
          </ac:spMkLst>
        </pc:spChg>
        <pc:spChg chg="add del">
          <ac:chgData name="Samuel Pelage" userId="54db4591437a0f12" providerId="Windows Live" clId="Web-{C731882F-3F69-4BF7-8BE0-073EECB2022F}" dt="2024-11-27T18:22:07.712" v="33"/>
          <ac:spMkLst>
            <pc:docMk/>
            <pc:sldMk cId="3784089036" sldId="256"/>
            <ac:spMk id="14" creationId="{B5A1B09C-1565-46F8-B70F-621C5EB48A09}"/>
          </ac:spMkLst>
        </pc:spChg>
        <pc:spChg chg="add del">
          <ac:chgData name="Samuel Pelage" userId="54db4591437a0f12" providerId="Windows Live" clId="Web-{C731882F-3F69-4BF7-8BE0-073EECB2022F}" dt="2024-11-27T18:22:07.712" v="33"/>
          <ac:spMkLst>
            <pc:docMk/>
            <pc:sldMk cId="3784089036" sldId="256"/>
            <ac:spMk id="16" creationId="{8C516CC8-80AC-446C-A56E-9F54B7210402}"/>
          </ac:spMkLst>
        </pc:spChg>
        <pc:spChg chg="add del">
          <ac:chgData name="Samuel Pelage" userId="54db4591437a0f12" providerId="Windows Live" clId="Web-{C731882F-3F69-4BF7-8BE0-073EECB2022F}" dt="2024-11-27T18:20:21.038" v="29"/>
          <ac:spMkLst>
            <pc:docMk/>
            <pc:sldMk cId="3784089036" sldId="256"/>
            <ac:spMk id="17" creationId="{508BEF50-7B1E-49A4-BC19-5F4F1D755E64}"/>
          </ac:spMkLst>
        </pc:spChg>
        <pc:spChg chg="add del">
          <ac:chgData name="Samuel Pelage" userId="54db4591437a0f12" providerId="Windows Live" clId="Web-{C731882F-3F69-4BF7-8BE0-073EECB2022F}" dt="2024-11-27T18:22:07.712" v="33"/>
          <ac:spMkLst>
            <pc:docMk/>
            <pc:sldMk cId="3784089036" sldId="256"/>
            <ac:spMk id="18" creationId="{53947E58-F088-49F1-A3D1-DEA690192E84}"/>
          </ac:spMkLst>
        </pc:spChg>
        <pc:spChg chg="add del">
          <ac:chgData name="Samuel Pelage" userId="54db4591437a0f12" providerId="Windows Live" clId="Web-{C731882F-3F69-4BF7-8BE0-073EECB2022F}" dt="2024-11-27T18:20:21.038" v="29"/>
          <ac:spMkLst>
            <pc:docMk/>
            <pc:sldMk cId="3784089036" sldId="256"/>
            <ac:spMk id="19" creationId="{3FBAD350-5664-4811-A208-657FB882D350}"/>
          </ac:spMkLst>
        </pc:spChg>
        <pc:spChg chg="add del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20" creationId="{9A3F5928-D955-456A-97B5-AA390B8CE9D5}"/>
          </ac:spMkLst>
        </pc:spChg>
        <pc:spChg chg="add del">
          <ac:chgData name="Samuel Pelage" userId="54db4591437a0f12" providerId="Windows Live" clId="Web-{C731882F-3F69-4BF7-8BE0-073EECB2022F}" dt="2024-11-27T18:20:21.038" v="29"/>
          <ac:spMkLst>
            <pc:docMk/>
            <pc:sldMk cId="3784089036" sldId="256"/>
            <ac:spMk id="21" creationId="{C39ADB8F-D187-49D7-BDCF-C1B6DC727068}"/>
          </ac:spMkLst>
        </pc:spChg>
        <pc:spChg chg="add del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23" creationId="{C5CB530E-515E-412C-9DF1-5F8FFBD6F383}"/>
          </ac:spMkLst>
        </pc:spChg>
        <pc:spChg chg="add del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24" creationId="{712D4376-A578-4FF1-94FC-245E7A6A489F}"/>
          </ac:spMkLst>
        </pc:spChg>
        <pc:spChg chg="add del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25" creationId="{AEA7509D-F04F-40CB-A0B3-EEF16499CC9F}"/>
          </ac:spMkLst>
        </pc:spChg>
        <pc:spChg chg="add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30" creationId="{9AFC454B-A080-4D23-B177-6D5356C6E6EF}"/>
          </ac:spMkLst>
        </pc:spChg>
        <pc:spChg chg="add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32" creationId="{D0522C2C-7B5C-48A7-A969-03941E5D2E76}"/>
          </ac:spMkLst>
        </pc:spChg>
        <pc:spChg chg="add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34" creationId="{9C682A1A-5B2D-4111-BBD6-620165633E5B}"/>
          </ac:spMkLst>
        </pc:spChg>
        <pc:spChg chg="add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36" creationId="{D6EE29F2-D77F-4BD0-A20B-334D316A1C9D}"/>
          </ac:spMkLst>
        </pc:spChg>
        <pc:spChg chg="add">
          <ac:chgData name="Samuel Pelage" userId="54db4591437a0f12" providerId="Windows Live" clId="Web-{C731882F-3F69-4BF7-8BE0-073EECB2022F}" dt="2024-11-27T18:23:16.120" v="36"/>
          <ac:spMkLst>
            <pc:docMk/>
            <pc:sldMk cId="3784089036" sldId="256"/>
            <ac:spMk id="38" creationId="{22D09ED2-868F-42C6-866E-F92E0CEF314F}"/>
          </ac:spMkLst>
        </pc:spChg>
        <pc:cxnChg chg="add del">
          <ac:chgData name="Samuel Pelage" userId="54db4591437a0f12" providerId="Windows Live" clId="Web-{C731882F-3F69-4BF7-8BE0-073EECB2022F}" dt="2024-11-27T18:20:21.038" v="29"/>
          <ac:cxnSpMkLst>
            <pc:docMk/>
            <pc:sldMk cId="3784089036" sldId="256"/>
            <ac:cxnSpMk id="15" creationId="{56020367-4FD5-4596-8E10-C5F095CD8DBF}"/>
          </ac:cxnSpMkLst>
        </pc:cxnChg>
        <pc:cxnChg chg="add">
          <ac:chgData name="Samuel Pelage" userId="54db4591437a0f12" providerId="Windows Live" clId="Web-{C731882F-3F69-4BF7-8BE0-073EECB2022F}" dt="2024-11-27T18:22:07.728" v="34"/>
          <ac:cxnSpMkLst>
            <pc:docMk/>
            <pc:sldMk cId="3784089036" sldId="256"/>
            <ac:cxnSpMk id="22" creationId="{56020367-4FD5-4596-8E10-C5F095CD8DBF}"/>
          </ac:cxnSpMkLst>
        </pc:cxnChg>
      </pc:sldChg>
      <pc:sldChg chg="addSp delSp modSp mod setBg modClrScheme chgLayout">
        <pc:chgData name="Samuel Pelage" userId="54db4591437a0f12" providerId="Windows Live" clId="Web-{C731882F-3F69-4BF7-8BE0-073EECB2022F}" dt="2024-11-27T21:57:33.957" v="49" actId="14100"/>
        <pc:sldMkLst>
          <pc:docMk/>
          <pc:sldMk cId="1234964470" sldId="257"/>
        </pc:sldMkLst>
        <pc:spChg chg="mod ord">
          <ac:chgData name="Samuel Pelage" userId="54db4591437a0f12" providerId="Windows Live" clId="Web-{C731882F-3F69-4BF7-8BE0-073EECB2022F}" dt="2024-11-27T21:57:08.035" v="47"/>
          <ac:spMkLst>
            <pc:docMk/>
            <pc:sldMk cId="1234964470" sldId="257"/>
            <ac:spMk id="2" creationId="{E092E529-A480-63AE-81AC-F49E762E3486}"/>
          </ac:spMkLst>
        </pc:spChg>
        <pc:spChg chg="del mod ord">
          <ac:chgData name="Samuel Pelage" userId="54db4591437a0f12" providerId="Windows Live" clId="Web-{C731882F-3F69-4BF7-8BE0-073EECB2022F}" dt="2024-11-27T21:54:17.357" v="38"/>
          <ac:spMkLst>
            <pc:docMk/>
            <pc:sldMk cId="1234964470" sldId="257"/>
            <ac:spMk id="3" creationId="{9A4F8C4D-4C64-3396-2D4F-4923A0FEC2D5}"/>
          </ac:spMkLst>
        </pc:spChg>
        <pc:spChg chg="add del">
          <ac:chgData name="Samuel Pelage" userId="54db4591437a0f12" providerId="Windows Live" clId="Web-{C731882F-3F69-4BF7-8BE0-073EECB2022F}" dt="2024-11-27T21:56:32.330" v="46"/>
          <ac:spMkLst>
            <pc:docMk/>
            <pc:sldMk cId="1234964470" sldId="257"/>
            <ac:spMk id="9" creationId="{C54630B8-8ABE-ADA5-5039-C76A40F13D73}"/>
          </ac:spMkLst>
        </pc:spChg>
        <pc:spChg chg="add del">
          <ac:chgData name="Samuel Pelage" userId="54db4591437a0f12" providerId="Windows Live" clId="Web-{C731882F-3F69-4BF7-8BE0-073EECB2022F}" dt="2024-11-27T21:57:08.035" v="47"/>
          <ac:spMkLst>
            <pc:docMk/>
            <pc:sldMk cId="1234964470" sldId="257"/>
            <ac:spMk id="12" creationId="{B5DAA40F-4F28-4316-934E-C55D7C3AA018}"/>
          </ac:spMkLst>
        </pc:spChg>
        <pc:spChg chg="add del">
          <ac:chgData name="Samuel Pelage" userId="54db4591437a0f12" providerId="Windows Live" clId="Web-{C731882F-3F69-4BF7-8BE0-073EECB2022F}" dt="2024-11-27T21:57:08.035" v="47"/>
          <ac:spMkLst>
            <pc:docMk/>
            <pc:sldMk cId="1234964470" sldId="257"/>
            <ac:spMk id="14" creationId="{F6D467C8-A8E0-468B-B88D-9CEEE37BFC59}"/>
          </ac:spMkLst>
        </pc:spChg>
        <pc:spChg chg="add del">
          <ac:chgData name="Samuel Pelage" userId="54db4591437a0f12" providerId="Windows Live" clId="Web-{C731882F-3F69-4BF7-8BE0-073EECB2022F}" dt="2024-11-27T21:57:08.035" v="47"/>
          <ac:spMkLst>
            <pc:docMk/>
            <pc:sldMk cId="1234964470" sldId="257"/>
            <ac:spMk id="16" creationId="{62677C27-4325-4BE2-B2C9-B721DA9E3CD4}"/>
          </ac:spMkLst>
        </pc:spChg>
        <pc:spChg chg="add">
          <ac:chgData name="Samuel Pelage" userId="54db4591437a0f12" providerId="Windows Live" clId="Web-{C731882F-3F69-4BF7-8BE0-073EECB2022F}" dt="2024-11-27T21:57:08.035" v="47"/>
          <ac:spMkLst>
            <pc:docMk/>
            <pc:sldMk cId="1234964470" sldId="257"/>
            <ac:spMk id="21" creationId="{265517E6-731F-4E8F-9FC3-57499CC1D260}"/>
          </ac:spMkLst>
        </pc:spChg>
        <pc:spChg chg="add">
          <ac:chgData name="Samuel Pelage" userId="54db4591437a0f12" providerId="Windows Live" clId="Web-{C731882F-3F69-4BF7-8BE0-073EECB2022F}" dt="2024-11-27T21:57:08.035" v="47"/>
          <ac:spMkLst>
            <pc:docMk/>
            <pc:sldMk cId="1234964470" sldId="257"/>
            <ac:spMk id="23" creationId="{6024FDB6-ADEE-441F-BE33-7FBD2998E76F}"/>
          </ac:spMkLst>
        </pc:spChg>
        <pc:spChg chg="add">
          <ac:chgData name="Samuel Pelage" userId="54db4591437a0f12" providerId="Windows Live" clId="Web-{C731882F-3F69-4BF7-8BE0-073EECB2022F}" dt="2024-11-27T21:57:08.035" v="47"/>
          <ac:spMkLst>
            <pc:docMk/>
            <pc:sldMk cId="1234964470" sldId="257"/>
            <ac:spMk id="25" creationId="{18E928D9-3091-4385-B979-265D55AD02CE}"/>
          </ac:spMkLst>
        </pc:spChg>
        <pc:spChg chg="add">
          <ac:chgData name="Samuel Pelage" userId="54db4591437a0f12" providerId="Windows Live" clId="Web-{C731882F-3F69-4BF7-8BE0-073EECB2022F}" dt="2024-11-27T21:57:08.035" v="47"/>
          <ac:spMkLst>
            <pc:docMk/>
            <pc:sldMk cId="1234964470" sldId="257"/>
            <ac:spMk id="27" creationId="{7D602432-D774-4CF5-94E8-7D52D01059D2}"/>
          </ac:spMkLst>
        </pc:spChg>
        <pc:picChg chg="add mod ord">
          <ac:chgData name="Samuel Pelage" userId="54db4591437a0f12" providerId="Windows Live" clId="Web-{C731882F-3F69-4BF7-8BE0-073EECB2022F}" dt="2024-11-27T21:57:33.957" v="49" actId="14100"/>
          <ac:picMkLst>
            <pc:docMk/>
            <pc:sldMk cId="1234964470" sldId="257"/>
            <ac:picMk id="4" creationId="{69A2DEB1-5062-68F0-5234-C0F8A22F414D}"/>
          </ac:picMkLst>
        </pc:picChg>
        <pc:picChg chg="add mod">
          <ac:chgData name="Samuel Pelage" userId="54db4591437a0f12" providerId="Windows Live" clId="Web-{C731882F-3F69-4BF7-8BE0-073EECB2022F}" dt="2024-11-27T21:57:26.676" v="48" actId="14100"/>
          <ac:picMkLst>
            <pc:docMk/>
            <pc:sldMk cId="1234964470" sldId="257"/>
            <ac:picMk id="5" creationId="{B42468E9-D03D-1F70-6952-18EC3861B585}"/>
          </ac:picMkLst>
        </pc:picChg>
      </pc:sldChg>
      <pc:sldChg chg="addSp delSp modSp mod setBg modClrScheme chgLayout">
        <pc:chgData name="Samuel Pelage" userId="54db4591437a0f12" providerId="Windows Live" clId="Web-{C731882F-3F69-4BF7-8BE0-073EECB2022F}" dt="2024-11-27T21:58:07.021" v="51"/>
        <pc:sldMkLst>
          <pc:docMk/>
          <pc:sldMk cId="3092966837" sldId="258"/>
        </pc:sldMkLst>
        <pc:spChg chg="mod ord">
          <ac:chgData name="Samuel Pelage" userId="54db4591437a0f12" providerId="Windows Live" clId="Web-{C731882F-3F69-4BF7-8BE0-073EECB2022F}" dt="2024-11-27T21:58:07.021" v="51"/>
          <ac:spMkLst>
            <pc:docMk/>
            <pc:sldMk cId="3092966837" sldId="258"/>
            <ac:spMk id="2" creationId="{E5C3DF65-33B8-4A17-062D-60BCB3DA7023}"/>
          </ac:spMkLst>
        </pc:spChg>
        <pc:spChg chg="del mod ord">
          <ac:chgData name="Samuel Pelage" userId="54db4591437a0f12" providerId="Windows Live" clId="Web-{C731882F-3F69-4BF7-8BE0-073EECB2022F}" dt="2024-11-27T21:57:50.020" v="50"/>
          <ac:spMkLst>
            <pc:docMk/>
            <pc:sldMk cId="3092966837" sldId="258"/>
            <ac:spMk id="3" creationId="{0CAD372E-9236-F8FE-75EE-9AE34AB208E7}"/>
          </ac:spMkLst>
        </pc:spChg>
        <pc:spChg chg="add">
          <ac:chgData name="Samuel Pelage" userId="54db4591437a0f12" providerId="Windows Live" clId="Web-{C731882F-3F69-4BF7-8BE0-073EECB2022F}" dt="2024-11-27T21:58:07.021" v="51"/>
          <ac:spMkLst>
            <pc:docMk/>
            <pc:sldMk cId="3092966837" sldId="258"/>
            <ac:spMk id="7" creationId="{D278ADA9-6383-4BDD-80D2-8899A402687B}"/>
          </ac:spMkLst>
        </pc:spChg>
        <pc:spChg chg="add">
          <ac:chgData name="Samuel Pelage" userId="54db4591437a0f12" providerId="Windows Live" clId="Web-{C731882F-3F69-4BF7-8BE0-073EECB2022F}" dt="2024-11-27T21:58:07.021" v="51"/>
          <ac:spMkLst>
            <pc:docMk/>
            <pc:sldMk cId="3092966837" sldId="258"/>
            <ac:spMk id="9" creationId="{484B7147-B0F6-40ED-B5A2-FF72BC8198B6}"/>
          </ac:spMkLst>
        </pc:spChg>
        <pc:spChg chg="add">
          <ac:chgData name="Samuel Pelage" userId="54db4591437a0f12" providerId="Windows Live" clId="Web-{C731882F-3F69-4BF7-8BE0-073EECB2022F}" dt="2024-11-27T21:58:07.021" v="51"/>
          <ac:spMkLst>
            <pc:docMk/>
            <pc:sldMk cId="3092966837" sldId="258"/>
            <ac:spMk id="11" creationId="{B36D2DE0-0628-4A9A-A59D-7BA8B5EB3022}"/>
          </ac:spMkLst>
        </pc:spChg>
        <pc:spChg chg="add">
          <ac:chgData name="Samuel Pelage" userId="54db4591437a0f12" providerId="Windows Live" clId="Web-{C731882F-3F69-4BF7-8BE0-073EECB2022F}" dt="2024-11-27T21:58:07.021" v="51"/>
          <ac:spMkLst>
            <pc:docMk/>
            <pc:sldMk cId="3092966837" sldId="258"/>
            <ac:spMk id="13" creationId="{48E405C9-94BE-41DA-928C-DEC9A8550E9F}"/>
          </ac:spMkLst>
        </pc:spChg>
        <pc:spChg chg="add">
          <ac:chgData name="Samuel Pelage" userId="54db4591437a0f12" providerId="Windows Live" clId="Web-{C731882F-3F69-4BF7-8BE0-073EECB2022F}" dt="2024-11-27T21:58:07.021" v="51"/>
          <ac:spMkLst>
            <pc:docMk/>
            <pc:sldMk cId="3092966837" sldId="258"/>
            <ac:spMk id="15" creationId="{D2091A72-D5BB-42AC-8FD3-F7747D90861E}"/>
          </ac:spMkLst>
        </pc:spChg>
        <pc:spChg chg="add">
          <ac:chgData name="Samuel Pelage" userId="54db4591437a0f12" providerId="Windows Live" clId="Web-{C731882F-3F69-4BF7-8BE0-073EECB2022F}" dt="2024-11-27T21:58:07.021" v="51"/>
          <ac:spMkLst>
            <pc:docMk/>
            <pc:sldMk cId="3092966837" sldId="258"/>
            <ac:spMk id="17" creationId="{6ED12BFC-A737-46AF-8411-481112D54B0C}"/>
          </ac:spMkLst>
        </pc:spChg>
      </pc:sldChg>
      <pc:sldChg chg="addSp delSp modSp mod setBg modClrScheme chgLayout">
        <pc:chgData name="Samuel Pelage" userId="54db4591437a0f12" providerId="Windows Live" clId="Web-{C731882F-3F69-4BF7-8BE0-073EECB2022F}" dt="2024-11-27T18:22:40.713" v="35"/>
        <pc:sldMkLst>
          <pc:docMk/>
          <pc:sldMk cId="1424559891" sldId="259"/>
        </pc:sldMkLst>
        <pc:spChg chg="mod ord">
          <ac:chgData name="Samuel Pelage" userId="54db4591437a0f12" providerId="Windows Live" clId="Web-{C731882F-3F69-4BF7-8BE0-073EECB2022F}" dt="2024-11-27T18:22:40.713" v="35"/>
          <ac:spMkLst>
            <pc:docMk/>
            <pc:sldMk cId="1424559891" sldId="259"/>
            <ac:spMk id="2" creationId="{379441B5-7E39-4ABE-93C5-74B7857E6203}"/>
          </ac:spMkLst>
        </pc:spChg>
        <pc:spChg chg="mod ord">
          <ac:chgData name="Samuel Pelage" userId="54db4591437a0f12" providerId="Windows Live" clId="Web-{C731882F-3F69-4BF7-8BE0-073EECB2022F}" dt="2024-11-27T18:22:40.713" v="35"/>
          <ac:spMkLst>
            <pc:docMk/>
            <pc:sldMk cId="1424559891" sldId="259"/>
            <ac:spMk id="3" creationId="{625A1F93-C004-459B-A7BE-A11A1311AB1D}"/>
          </ac:spMkLst>
        </pc:spChg>
        <pc:spChg chg="add">
          <ac:chgData name="Samuel Pelage" userId="54db4591437a0f12" providerId="Windows Live" clId="Web-{C731882F-3F69-4BF7-8BE0-073EECB2022F}" dt="2024-11-27T18:22:40.713" v="35"/>
          <ac:spMkLst>
            <pc:docMk/>
            <pc:sldMk cId="1424559891" sldId="259"/>
            <ac:spMk id="5" creationId="{389575E1-3389-451A-A5F7-27854C25C599}"/>
          </ac:spMkLst>
        </pc:spChg>
        <pc:spChg chg="add">
          <ac:chgData name="Samuel Pelage" userId="54db4591437a0f12" providerId="Windows Live" clId="Web-{C731882F-3F69-4BF7-8BE0-073EECB2022F}" dt="2024-11-27T18:22:40.713" v="35"/>
          <ac:spMkLst>
            <pc:docMk/>
            <pc:sldMk cId="1424559891" sldId="259"/>
            <ac:spMk id="6" creationId="{A53CCC5C-D88E-40FB-B30B-23DCDBD01D37}"/>
          </ac:spMkLst>
        </pc:spChg>
        <pc:spChg chg="add del">
          <ac:chgData name="Samuel Pelage" userId="54db4591437a0f12" providerId="Windows Live" clId="Web-{C731882F-3F69-4BF7-8BE0-073EECB2022F}" dt="2024-11-27T18:20:01.913" v="24"/>
          <ac:spMkLst>
            <pc:docMk/>
            <pc:sldMk cId="1424559891" sldId="259"/>
            <ac:spMk id="8" creationId="{089A69AF-D57B-49B4-886C-D4A5DC194421}"/>
          </ac:spMkLst>
        </pc:spChg>
        <pc:spChg chg="add del">
          <ac:chgData name="Samuel Pelage" userId="54db4591437a0f12" providerId="Windows Live" clId="Web-{C731882F-3F69-4BF7-8BE0-073EECB2022F}" dt="2024-11-27T18:20:01.913" v="24"/>
          <ac:spMkLst>
            <pc:docMk/>
            <pc:sldMk cId="1424559891" sldId="259"/>
            <ac:spMk id="10" creationId="{CABDC08D-6093-4397-92D4-54D00E2BB1C2}"/>
          </ac:spMkLst>
        </pc:spChg>
        <pc:spChg chg="add">
          <ac:chgData name="Samuel Pelage" userId="54db4591437a0f12" providerId="Windows Live" clId="Web-{C731882F-3F69-4BF7-8BE0-073EECB2022F}" dt="2024-11-27T18:22:40.713" v="35"/>
          <ac:spMkLst>
            <pc:docMk/>
            <pc:sldMk cId="1424559891" sldId="259"/>
            <ac:spMk id="12" creationId="{081E4A58-353D-44AE-B2FC-2A74E2E400F7}"/>
          </ac:spMkLst>
        </pc:spChg>
      </pc:sldChg>
      <pc:sldChg chg="modSp mod modClrScheme chgLayout">
        <pc:chgData name="Samuel Pelage" userId="54db4591437a0f12" providerId="Windows Live" clId="Web-{C731882F-3F69-4BF7-8BE0-073EECB2022F}" dt="2024-11-27T18:21:11.508" v="31"/>
        <pc:sldMkLst>
          <pc:docMk/>
          <pc:sldMk cId="3115837493" sldId="260"/>
        </pc:sldMkLst>
        <pc:spChg chg="mod ord">
          <ac:chgData name="Samuel Pelage" userId="54db4591437a0f12" providerId="Windows Live" clId="Web-{C731882F-3F69-4BF7-8BE0-073EECB2022F}" dt="2024-11-27T18:21:11.508" v="31"/>
          <ac:spMkLst>
            <pc:docMk/>
            <pc:sldMk cId="3115837493" sldId="260"/>
            <ac:spMk id="2" creationId="{3FA2B36A-D6AD-5478-8FE2-698E8AEF0592}"/>
          </ac:spMkLst>
        </pc:spChg>
        <pc:spChg chg="mod ord">
          <ac:chgData name="Samuel Pelage" userId="54db4591437a0f12" providerId="Windows Live" clId="Web-{C731882F-3F69-4BF7-8BE0-073EECB2022F}" dt="2024-11-27T18:21:11.508" v="31"/>
          <ac:spMkLst>
            <pc:docMk/>
            <pc:sldMk cId="3115837493" sldId="260"/>
            <ac:spMk id="3" creationId="{1553B01C-A810-24CD-7AE0-AC4C2AE790EB}"/>
          </ac:spMkLst>
        </pc:spChg>
      </pc:sldChg>
      <pc:sldChg chg="modSp mod modClrScheme chgLayout">
        <pc:chgData name="Samuel Pelage" userId="54db4591437a0f12" providerId="Windows Live" clId="Web-{C731882F-3F69-4BF7-8BE0-073EECB2022F}" dt="2024-11-27T18:21:11.508" v="31"/>
        <pc:sldMkLst>
          <pc:docMk/>
          <pc:sldMk cId="3747190767" sldId="261"/>
        </pc:sldMkLst>
        <pc:spChg chg="mod ord">
          <ac:chgData name="Samuel Pelage" userId="54db4591437a0f12" providerId="Windows Live" clId="Web-{C731882F-3F69-4BF7-8BE0-073EECB2022F}" dt="2024-11-27T18:21:11.508" v="31"/>
          <ac:spMkLst>
            <pc:docMk/>
            <pc:sldMk cId="3747190767" sldId="261"/>
            <ac:spMk id="2" creationId="{DB796157-AD56-BF04-A1AA-7DC28E1EAE2E}"/>
          </ac:spMkLst>
        </pc:spChg>
        <pc:spChg chg="mod ord">
          <ac:chgData name="Samuel Pelage" userId="54db4591437a0f12" providerId="Windows Live" clId="Web-{C731882F-3F69-4BF7-8BE0-073EECB2022F}" dt="2024-11-27T18:21:11.508" v="31"/>
          <ac:spMkLst>
            <pc:docMk/>
            <pc:sldMk cId="3747190767" sldId="261"/>
            <ac:spMk id="3" creationId="{D61B02D7-07BB-84C2-5145-77CC06CBBB2B}"/>
          </ac:spMkLst>
        </pc:spChg>
      </pc:sldChg>
      <pc:sldChg chg="modSp mod modClrScheme chgLayout">
        <pc:chgData name="Samuel Pelage" userId="54db4591437a0f12" providerId="Windows Live" clId="Web-{C731882F-3F69-4BF7-8BE0-073EECB2022F}" dt="2024-11-27T18:21:11.508" v="31"/>
        <pc:sldMkLst>
          <pc:docMk/>
          <pc:sldMk cId="948363247" sldId="262"/>
        </pc:sldMkLst>
        <pc:spChg chg="mod ord">
          <ac:chgData name="Samuel Pelage" userId="54db4591437a0f12" providerId="Windows Live" clId="Web-{C731882F-3F69-4BF7-8BE0-073EECB2022F}" dt="2024-11-27T18:21:11.508" v="31"/>
          <ac:spMkLst>
            <pc:docMk/>
            <pc:sldMk cId="948363247" sldId="262"/>
            <ac:spMk id="2" creationId="{85D39667-517D-457D-A77E-DBAE9C5B7976}"/>
          </ac:spMkLst>
        </pc:spChg>
        <pc:spChg chg="mod ord">
          <ac:chgData name="Samuel Pelage" userId="54db4591437a0f12" providerId="Windows Live" clId="Web-{C731882F-3F69-4BF7-8BE0-073EECB2022F}" dt="2024-11-27T18:21:11.508" v="31"/>
          <ac:spMkLst>
            <pc:docMk/>
            <pc:sldMk cId="948363247" sldId="262"/>
            <ac:spMk id="3" creationId="{68FC0275-0FC7-B9BB-E4F0-477DD8B9D120}"/>
          </ac:spMkLst>
        </pc:spChg>
      </pc:sldChg>
      <pc:sldMasterChg chg="add del addSldLayout delSldLayout">
        <pc:chgData name="Samuel Pelage" userId="54db4591437a0f12" providerId="Windows Live" clId="Web-{C731882F-3F69-4BF7-8BE0-073EECB2022F}" dt="2024-11-27T18:21:11.508" v="31"/>
        <pc:sldMasterMkLst>
          <pc:docMk/>
          <pc:sldMasterMk cId="3071127875" sldId="2147483648"/>
        </pc:sldMasterMkLst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3310491181" sldId="2147483649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3841795644" sldId="2147483650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3466923455" sldId="2147483651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3747632232" sldId="2147483652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2611866596" sldId="2147483653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3395854097" sldId="2147483654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4040201302" sldId="2147483655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2706407263" sldId="2147483656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1610903340" sldId="2147483657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4172787210" sldId="2147483658"/>
          </pc:sldLayoutMkLst>
        </pc:sldLayoutChg>
        <pc:sldLayoutChg chg="add del">
          <pc:chgData name="Samuel Pelage" userId="54db4591437a0f12" providerId="Windows Live" clId="Web-{C731882F-3F69-4BF7-8BE0-073EECB2022F}" dt="2024-11-27T18:21:11.508" v="31"/>
          <pc:sldLayoutMkLst>
            <pc:docMk/>
            <pc:sldMasterMk cId="3071127875" sldId="2147483648"/>
            <pc:sldLayoutMk cId="1902177510" sldId="2147483659"/>
          </pc:sldLayoutMkLst>
        </pc:sldLayoutChg>
      </pc:sldMasterChg>
      <pc:sldMasterChg chg="add del addSldLayout delSldLayout modSldLayout">
        <pc:chgData name="Samuel Pelage" userId="54db4591437a0f12" providerId="Windows Live" clId="Web-{C731882F-3F69-4BF7-8BE0-073EECB2022F}" dt="2024-11-27T18:20:05.835" v="26"/>
        <pc:sldMasterMkLst>
          <pc:docMk/>
          <pc:sldMasterMk cId="1544094108" sldId="2147483660"/>
        </pc:sldMasterMkLst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3013599263" sldId="2147483661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3715338634" sldId="2147483662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2207205622" sldId="2147483663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2222879632" sldId="2147483664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2141860103" sldId="2147483665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1481075199" sldId="2147483666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2900890250" sldId="2147483667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3103409708" sldId="2147483668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4015280130" sldId="2147483669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1932387448" sldId="2147483670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5.835" v="26"/>
          <pc:sldLayoutMkLst>
            <pc:docMk/>
            <pc:sldMasterMk cId="1544094108" sldId="2147483660"/>
            <pc:sldLayoutMk cId="2205982672" sldId="2147483671"/>
          </pc:sldLayoutMkLst>
        </pc:sldLayoutChg>
      </pc:sldMasterChg>
      <pc:sldMasterChg chg="add del addSldLayout delSldLayout modSldLayout">
        <pc:chgData name="Samuel Pelage" userId="54db4591437a0f12" providerId="Windows Live" clId="Web-{C731882F-3F69-4BF7-8BE0-073EECB2022F}" dt="2024-11-27T18:21:11.508" v="31"/>
        <pc:sldMasterMkLst>
          <pc:docMk/>
          <pc:sldMasterMk cId="2946905596" sldId="2147483660"/>
        </pc:sldMasterMkLst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550766194" sldId="2147483661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79025584" sldId="2147483662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2417690280" sldId="2147483663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4094514565" sldId="2147483664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641197268" sldId="2147483665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662349782" sldId="2147483666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733916797" sldId="2147483667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540887422" sldId="2147483668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985869482" sldId="2147483669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1753670326" sldId="2147483670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3102054949" sldId="2147483671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451160623" sldId="2147483672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417188206" sldId="2147483673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378917250" sldId="2147483674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1250472415" sldId="2147483675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624042415" sldId="2147483676"/>
          </pc:sldLayoutMkLst>
        </pc:sldLayoutChg>
        <pc:sldLayoutChg chg="add del mod replId">
          <pc:chgData name="Samuel Pelage" userId="54db4591437a0f12" providerId="Windows Live" clId="Web-{C731882F-3F69-4BF7-8BE0-073EECB2022F}" dt="2024-11-27T18:21:11.508" v="31"/>
          <pc:sldLayoutMkLst>
            <pc:docMk/>
            <pc:sldMasterMk cId="2946905596" sldId="2147483660"/>
            <pc:sldLayoutMk cId="4216133807" sldId="2147483677"/>
          </pc:sldLayoutMkLst>
        </pc:sldLayoutChg>
      </pc:sldMasterChg>
      <pc:sldMasterChg chg="add del addSldLayout delSldLayout modSldLayout">
        <pc:chgData name="Samuel Pelage" userId="54db4591437a0f12" providerId="Windows Live" clId="Web-{C731882F-3F69-4BF7-8BE0-073EECB2022F}" dt="2024-11-27T18:02:50.044" v="4"/>
        <pc:sldMasterMkLst>
          <pc:docMk/>
          <pc:sldMasterMk cId="3366576672" sldId="2147483660"/>
        </pc:sldMasterMkLst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961668583" sldId="2147483661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944090575" sldId="2147483662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2896302637" sldId="2147483663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3045474703" sldId="2147483664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805737711" sldId="2147483665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3974940042" sldId="2147483666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2470450587" sldId="2147483667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3658627468" sldId="2147483668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653581450" sldId="2147483669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3378428261" sldId="2147483670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1316400621" sldId="2147483671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838917785" sldId="2147483672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2003436499" sldId="2147483673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3662343268" sldId="2147483674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749287026" sldId="2147483675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268029514" sldId="2147483676"/>
          </pc:sldLayoutMkLst>
        </pc:sldLayoutChg>
        <pc:sldLayoutChg chg="add del mod replId">
          <pc:chgData name="Samuel Pelage" userId="54db4591437a0f12" providerId="Windows Live" clId="Web-{C731882F-3F69-4BF7-8BE0-073EECB2022F}" dt="2024-11-27T18:02:50.044" v="4"/>
          <pc:sldLayoutMkLst>
            <pc:docMk/>
            <pc:sldMasterMk cId="3366576672" sldId="2147483660"/>
            <pc:sldLayoutMk cId="478329348" sldId="2147483677"/>
          </pc:sldLayoutMkLst>
        </pc:sldLayoutChg>
      </pc:sldMasterChg>
      <pc:sldMasterChg chg="add del addSldLayout delSldLayout modSldLayout">
        <pc:chgData name="Samuel Pelage" userId="54db4591437a0f12" providerId="Windows Live" clId="Web-{C731882F-3F69-4BF7-8BE0-073EECB2022F}" dt="2024-11-27T18:20:03.334" v="25"/>
        <pc:sldMasterMkLst>
          <pc:docMk/>
          <pc:sldMasterMk cId="872773939" sldId="2147483672"/>
        </pc:sldMasterMkLst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512410908" sldId="2147483673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3619697506" sldId="2147483674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2258966898" sldId="2147483675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1536655940" sldId="2147483676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4267223266" sldId="2147483677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2535832461" sldId="2147483678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1759195444" sldId="2147483679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2219449853" sldId="2147483680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2989712556" sldId="2147483681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1542079853" sldId="2147483682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1392416007" sldId="2147483683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69722901" sldId="2147483684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1844835514" sldId="2147483685"/>
          </pc:sldLayoutMkLst>
        </pc:sldLayoutChg>
        <pc:sldLayoutChg chg="add del mod replId">
          <pc:chgData name="Samuel Pelage" userId="54db4591437a0f12" providerId="Windows Live" clId="Web-{C731882F-3F69-4BF7-8BE0-073EECB2022F}" dt="2024-11-27T18:20:03.334" v="25"/>
          <pc:sldLayoutMkLst>
            <pc:docMk/>
            <pc:sldMasterMk cId="872773939" sldId="2147483672"/>
            <pc:sldLayoutMk cId="1573757836" sldId="2147483686"/>
          </pc:sldLayoutMkLst>
        </pc:sldLayoutChg>
      </pc:sldMasterChg>
    </pc:docChg>
  </pc:docChgLst>
  <pc:docChgLst>
    <pc:chgData name="Samuel Pelage" userId="54db4591437a0f12" providerId="Windows Live" clId="Web-{49842588-C100-47D2-AE3D-D47A3CD6B667}"/>
    <pc:docChg chg="addSld modSld">
      <pc:chgData name="Samuel Pelage" userId="54db4591437a0f12" providerId="Windows Live" clId="Web-{49842588-C100-47D2-AE3D-D47A3CD6B667}" dt="2024-11-26T12:49:07.492" v="116" actId="20577"/>
      <pc:docMkLst>
        <pc:docMk/>
      </pc:docMkLst>
      <pc:sldChg chg="modSp">
        <pc:chgData name="Samuel Pelage" userId="54db4591437a0f12" providerId="Windows Live" clId="Web-{49842588-C100-47D2-AE3D-D47A3CD6B667}" dt="2024-11-26T12:48:43.773" v="95" actId="20577"/>
        <pc:sldMkLst>
          <pc:docMk/>
          <pc:sldMk cId="1234964470" sldId="257"/>
        </pc:sldMkLst>
        <pc:spChg chg="mod">
          <ac:chgData name="Samuel Pelage" userId="54db4591437a0f12" providerId="Windows Live" clId="Web-{49842588-C100-47D2-AE3D-D47A3CD6B667}" dt="2024-11-26T12:48:43.773" v="95" actId="20577"/>
          <ac:spMkLst>
            <pc:docMk/>
            <pc:sldMk cId="1234964470" sldId="257"/>
            <ac:spMk id="2" creationId="{E092E529-A480-63AE-81AC-F49E762E3486}"/>
          </ac:spMkLst>
        </pc:spChg>
      </pc:sldChg>
      <pc:sldChg chg="modSp">
        <pc:chgData name="Samuel Pelage" userId="54db4591437a0f12" providerId="Windows Live" clId="Web-{49842588-C100-47D2-AE3D-D47A3CD6B667}" dt="2024-11-26T12:49:07.492" v="116" actId="20577"/>
        <pc:sldMkLst>
          <pc:docMk/>
          <pc:sldMk cId="3092966837" sldId="258"/>
        </pc:sldMkLst>
        <pc:spChg chg="mod">
          <ac:chgData name="Samuel Pelage" userId="54db4591437a0f12" providerId="Windows Live" clId="Web-{49842588-C100-47D2-AE3D-D47A3CD6B667}" dt="2024-11-26T12:49:07.492" v="116" actId="20577"/>
          <ac:spMkLst>
            <pc:docMk/>
            <pc:sldMk cId="3092966837" sldId="258"/>
            <ac:spMk id="2" creationId="{E5C3DF65-33B8-4A17-062D-60BCB3DA7023}"/>
          </ac:spMkLst>
        </pc:spChg>
      </pc:sldChg>
      <pc:sldChg chg="modSp new">
        <pc:chgData name="Samuel Pelage" userId="54db4591437a0f12" providerId="Windows Live" clId="Web-{49842588-C100-47D2-AE3D-D47A3CD6B667}" dt="2024-11-26T12:48:21.694" v="76" actId="20577"/>
        <pc:sldMkLst>
          <pc:docMk/>
          <pc:sldMk cId="1424559891" sldId="259"/>
        </pc:sldMkLst>
        <pc:spChg chg="mod">
          <ac:chgData name="Samuel Pelage" userId="54db4591437a0f12" providerId="Windows Live" clId="Web-{49842588-C100-47D2-AE3D-D47A3CD6B667}" dt="2024-11-26T12:31:47.198" v="7" actId="20577"/>
          <ac:spMkLst>
            <pc:docMk/>
            <pc:sldMk cId="1424559891" sldId="259"/>
            <ac:spMk id="2" creationId="{379441B5-7E39-4ABE-93C5-74B7857E6203}"/>
          </ac:spMkLst>
        </pc:spChg>
        <pc:spChg chg="mod">
          <ac:chgData name="Samuel Pelage" userId="54db4591437a0f12" providerId="Windows Live" clId="Web-{49842588-C100-47D2-AE3D-D47A3CD6B667}" dt="2024-11-26T12:48:21.694" v="76" actId="20577"/>
          <ac:spMkLst>
            <pc:docMk/>
            <pc:sldMk cId="1424559891" sldId="259"/>
            <ac:spMk id="3" creationId="{625A1F93-C004-459B-A7BE-A11A1311AB1D}"/>
          </ac:spMkLst>
        </pc:spChg>
      </pc:sldChg>
    </pc:docChg>
  </pc:docChgLst>
  <pc:docChgLst>
    <pc:chgData name="Samuel Pelage" userId="54db4591437a0f12" providerId="Windows Live" clId="Web-{D7405BED-E0AD-4A23-AEB3-3C8D93E8731A}"/>
    <pc:docChg chg="modSld">
      <pc:chgData name="Samuel Pelage" userId="54db4591437a0f12" providerId="Windows Live" clId="Web-{D7405BED-E0AD-4A23-AEB3-3C8D93E8731A}" dt="2024-12-07T13:33:37.890" v="6" actId="20577"/>
      <pc:docMkLst>
        <pc:docMk/>
      </pc:docMkLst>
      <pc:sldChg chg="modSp">
        <pc:chgData name="Samuel Pelage" userId="54db4591437a0f12" providerId="Windows Live" clId="Web-{D7405BED-E0AD-4A23-AEB3-3C8D93E8731A}" dt="2024-12-07T13:33:37.890" v="6" actId="20577"/>
        <pc:sldMkLst>
          <pc:docMk/>
          <pc:sldMk cId="1424559891" sldId="259"/>
        </pc:sldMkLst>
        <pc:spChg chg="mod">
          <ac:chgData name="Samuel Pelage" userId="54db4591437a0f12" providerId="Windows Live" clId="Web-{D7405BED-E0AD-4A23-AEB3-3C8D93E8731A}" dt="2024-12-07T13:33:37.890" v="6" actId="20577"/>
          <ac:spMkLst>
            <pc:docMk/>
            <pc:sldMk cId="1424559891" sldId="259"/>
            <ac:spMk id="3" creationId="{625A1F93-C004-459B-A7BE-A11A1311AB1D}"/>
          </ac:spMkLst>
        </pc:spChg>
      </pc:sldChg>
    </pc:docChg>
  </pc:docChgLst>
  <pc:docChgLst>
    <pc:chgData name="Samuel Pelage" userId="54db4591437a0f12" providerId="Windows Live" clId="Web-{D8637B3E-4843-4AC0-A4F3-390A1D6BA603}"/>
    <pc:docChg chg="sldOrd">
      <pc:chgData name="Samuel Pelage" userId="54db4591437a0f12" providerId="Windows Live" clId="Web-{D8637B3E-4843-4AC0-A4F3-390A1D6BA603}" dt="2024-12-08T02:17:44.600" v="0"/>
      <pc:docMkLst>
        <pc:docMk/>
      </pc:docMkLst>
      <pc:sldChg chg="ord">
        <pc:chgData name="Samuel Pelage" userId="54db4591437a0f12" providerId="Windows Live" clId="Web-{D8637B3E-4843-4AC0-A4F3-390A1D6BA603}" dt="2024-12-08T02:17:44.600" v="0"/>
        <pc:sldMkLst>
          <pc:docMk/>
          <pc:sldMk cId="3747190767" sldId="261"/>
        </pc:sldMkLst>
      </pc:sldChg>
    </pc:docChg>
  </pc:docChgLst>
  <pc:docChgLst>
    <pc:chgData name="Samuel Pelage" userId="54db4591437a0f12" providerId="Windows Live" clId="Web-{E76D42BB-5663-472C-8EDD-6E32D48C3830}"/>
    <pc:docChg chg="modSld">
      <pc:chgData name="Samuel Pelage" userId="54db4591437a0f12" providerId="Windows Live" clId="Web-{E76D42BB-5663-472C-8EDD-6E32D48C3830}" dt="2024-12-05T22:07:28.268" v="173" actId="20577"/>
      <pc:docMkLst>
        <pc:docMk/>
      </pc:docMkLst>
      <pc:sldChg chg="modSp">
        <pc:chgData name="Samuel Pelage" userId="54db4591437a0f12" providerId="Windows Live" clId="Web-{E76D42BB-5663-472C-8EDD-6E32D48C3830}" dt="2024-12-05T22:02:31.431" v="134" actId="20577"/>
        <pc:sldMkLst>
          <pc:docMk/>
          <pc:sldMk cId="1234964470" sldId="257"/>
        </pc:sldMkLst>
        <pc:spChg chg="mod">
          <ac:chgData name="Samuel Pelage" userId="54db4591437a0f12" providerId="Windows Live" clId="Web-{E76D42BB-5663-472C-8EDD-6E32D48C3830}" dt="2024-12-05T22:02:31.431" v="134" actId="20577"/>
          <ac:spMkLst>
            <pc:docMk/>
            <pc:sldMk cId="1234964470" sldId="257"/>
            <ac:spMk id="2" creationId="{E092E529-A480-63AE-81AC-F49E762E3486}"/>
          </ac:spMkLst>
        </pc:spChg>
      </pc:sldChg>
      <pc:sldChg chg="modSp">
        <pc:chgData name="Samuel Pelage" userId="54db4591437a0f12" providerId="Windows Live" clId="Web-{E76D42BB-5663-472C-8EDD-6E32D48C3830}" dt="2024-12-05T22:03:07.136" v="140" actId="20577"/>
        <pc:sldMkLst>
          <pc:docMk/>
          <pc:sldMk cId="3092966837" sldId="258"/>
        </pc:sldMkLst>
        <pc:spChg chg="mod">
          <ac:chgData name="Samuel Pelage" userId="54db4591437a0f12" providerId="Windows Live" clId="Web-{E76D42BB-5663-472C-8EDD-6E32D48C3830}" dt="2024-12-05T22:03:07.136" v="140" actId="20577"/>
          <ac:spMkLst>
            <pc:docMk/>
            <pc:sldMk cId="3092966837" sldId="258"/>
            <ac:spMk id="2" creationId="{E5C3DF65-33B8-4A17-062D-60BCB3DA7023}"/>
          </ac:spMkLst>
        </pc:spChg>
      </pc:sldChg>
      <pc:sldChg chg="modSp">
        <pc:chgData name="Samuel Pelage" userId="54db4591437a0f12" providerId="Windows Live" clId="Web-{E76D42BB-5663-472C-8EDD-6E32D48C3830}" dt="2024-12-05T22:02:53.604" v="138" actId="14100"/>
        <pc:sldMkLst>
          <pc:docMk/>
          <pc:sldMk cId="1424559891" sldId="259"/>
        </pc:sldMkLst>
        <pc:spChg chg="mod">
          <ac:chgData name="Samuel Pelage" userId="54db4591437a0f12" providerId="Windows Live" clId="Web-{E76D42BB-5663-472C-8EDD-6E32D48C3830}" dt="2024-12-05T22:02:53.604" v="138" actId="14100"/>
          <ac:spMkLst>
            <pc:docMk/>
            <pc:sldMk cId="1424559891" sldId="259"/>
            <ac:spMk id="2" creationId="{379441B5-7E39-4ABE-93C5-74B7857E6203}"/>
          </ac:spMkLst>
        </pc:spChg>
      </pc:sldChg>
      <pc:sldChg chg="modSp">
        <pc:chgData name="Samuel Pelage" userId="54db4591437a0f12" providerId="Windows Live" clId="Web-{E76D42BB-5663-472C-8EDD-6E32D48C3830}" dt="2024-12-05T22:05:06.827" v="151" actId="14100"/>
        <pc:sldMkLst>
          <pc:docMk/>
          <pc:sldMk cId="3115837493" sldId="260"/>
        </pc:sldMkLst>
        <pc:spChg chg="mod">
          <ac:chgData name="Samuel Pelage" userId="54db4591437a0f12" providerId="Windows Live" clId="Web-{E76D42BB-5663-472C-8EDD-6E32D48C3830}" dt="2024-12-05T22:05:06.827" v="151" actId="14100"/>
          <ac:spMkLst>
            <pc:docMk/>
            <pc:sldMk cId="3115837493" sldId="260"/>
            <ac:spMk id="2" creationId="{3FA2B36A-D6AD-5478-8FE2-698E8AEF0592}"/>
          </ac:spMkLst>
        </pc:spChg>
      </pc:sldChg>
      <pc:sldChg chg="modSp">
        <pc:chgData name="Samuel Pelage" userId="54db4591437a0f12" providerId="Windows Live" clId="Web-{E76D42BB-5663-472C-8EDD-6E32D48C3830}" dt="2024-12-05T22:06:28.267" v="161" actId="14100"/>
        <pc:sldMkLst>
          <pc:docMk/>
          <pc:sldMk cId="3747190767" sldId="261"/>
        </pc:sldMkLst>
        <pc:spChg chg="mod">
          <ac:chgData name="Samuel Pelage" userId="54db4591437a0f12" providerId="Windows Live" clId="Web-{E76D42BB-5663-472C-8EDD-6E32D48C3830}" dt="2024-12-05T22:06:28.267" v="161" actId="14100"/>
          <ac:spMkLst>
            <pc:docMk/>
            <pc:sldMk cId="3747190767" sldId="261"/>
            <ac:spMk id="2" creationId="{DB796157-AD56-BF04-A1AA-7DC28E1EAE2E}"/>
          </ac:spMkLst>
        </pc:spChg>
      </pc:sldChg>
      <pc:sldChg chg="modSp">
        <pc:chgData name="Samuel Pelage" userId="54db4591437a0f12" providerId="Windows Live" clId="Web-{E76D42BB-5663-472C-8EDD-6E32D48C3830}" dt="2024-12-05T22:07:09.315" v="169" actId="14100"/>
        <pc:sldMkLst>
          <pc:docMk/>
          <pc:sldMk cId="948363247" sldId="262"/>
        </pc:sldMkLst>
        <pc:spChg chg="mod">
          <ac:chgData name="Samuel Pelage" userId="54db4591437a0f12" providerId="Windows Live" clId="Web-{E76D42BB-5663-472C-8EDD-6E32D48C3830}" dt="2024-12-05T22:07:09.315" v="169" actId="14100"/>
          <ac:spMkLst>
            <pc:docMk/>
            <pc:sldMk cId="948363247" sldId="262"/>
            <ac:spMk id="2" creationId="{85D39667-517D-457D-A77E-DBAE9C5B7976}"/>
          </ac:spMkLst>
        </pc:spChg>
      </pc:sldChg>
      <pc:sldChg chg="modSp">
        <pc:chgData name="Samuel Pelage" userId="54db4591437a0f12" providerId="Windows Live" clId="Web-{E76D42BB-5663-472C-8EDD-6E32D48C3830}" dt="2024-12-05T22:07:28.268" v="173" actId="20577"/>
        <pc:sldMkLst>
          <pc:docMk/>
          <pc:sldMk cId="845302220" sldId="263"/>
        </pc:sldMkLst>
        <pc:spChg chg="mod">
          <ac:chgData name="Samuel Pelage" userId="54db4591437a0f12" providerId="Windows Live" clId="Web-{E76D42BB-5663-472C-8EDD-6E32D48C3830}" dt="2024-12-05T22:07:28.268" v="173" actId="20577"/>
          <ac:spMkLst>
            <pc:docMk/>
            <pc:sldMk cId="845302220" sldId="263"/>
            <ac:spMk id="2" creationId="{60F54B2F-D228-9B1F-0821-8E0BD0B934A3}"/>
          </ac:spMkLst>
        </pc:spChg>
        <pc:spChg chg="mod">
          <ac:chgData name="Samuel Pelage" userId="54db4591437a0f12" providerId="Windows Live" clId="Web-{E76D42BB-5663-472C-8EDD-6E32D48C3830}" dt="2024-12-05T22:01:50.602" v="130" actId="20577"/>
          <ac:spMkLst>
            <pc:docMk/>
            <pc:sldMk cId="845302220" sldId="263"/>
            <ac:spMk id="3" creationId="{A752FABE-336E-593C-72F1-3DF6848ED2E6}"/>
          </ac:spMkLst>
        </pc:spChg>
      </pc:sldChg>
    </pc:docChg>
  </pc:docChgLst>
  <pc:docChgLst>
    <pc:chgData name="Samuel Pelage" userId="54db4591437a0f12" providerId="Windows Live" clId="Web-{35C0C74B-BF7F-4954-9DA9-90481E6149D0}"/>
    <pc:docChg chg="addSld modSld">
      <pc:chgData name="Samuel Pelage" userId="54db4591437a0f12" providerId="Windows Live" clId="Web-{35C0C74B-BF7F-4954-9DA9-90481E6149D0}" dt="2024-12-11T00:03:09.007" v="913" actId="20577"/>
      <pc:docMkLst>
        <pc:docMk/>
      </pc:docMkLst>
      <pc:sldChg chg="modSp">
        <pc:chgData name="Samuel Pelage" userId="54db4591437a0f12" providerId="Windows Live" clId="Web-{35C0C74B-BF7F-4954-9DA9-90481E6149D0}" dt="2024-12-10T06:26:31.131" v="618" actId="20577"/>
        <pc:sldMkLst>
          <pc:docMk/>
          <pc:sldMk cId="3784089036" sldId="256"/>
        </pc:sldMkLst>
        <pc:spChg chg="mod">
          <ac:chgData name="Samuel Pelage" userId="54db4591437a0f12" providerId="Windows Live" clId="Web-{35C0C74B-BF7F-4954-9DA9-90481E6149D0}" dt="2024-12-10T06:26:31.131" v="618" actId="20577"/>
          <ac:spMkLst>
            <pc:docMk/>
            <pc:sldMk cId="3784089036" sldId="256"/>
            <ac:spMk id="2" creationId="{00000000-0000-0000-0000-000000000000}"/>
          </ac:spMkLst>
        </pc:spChg>
      </pc:sldChg>
      <pc:sldChg chg="addSp delSp modSp">
        <pc:chgData name="Samuel Pelage" userId="54db4591437a0f12" providerId="Windows Live" clId="Web-{35C0C74B-BF7F-4954-9DA9-90481E6149D0}" dt="2024-12-10T06:26:22.115" v="616" actId="20577"/>
        <pc:sldMkLst>
          <pc:docMk/>
          <pc:sldMk cId="1234964470" sldId="257"/>
        </pc:sldMkLst>
        <pc:spChg chg="mod">
          <ac:chgData name="Samuel Pelage" userId="54db4591437a0f12" providerId="Windows Live" clId="Web-{35C0C74B-BF7F-4954-9DA9-90481E6149D0}" dt="2024-12-10T06:26:22.115" v="616" actId="20577"/>
          <ac:spMkLst>
            <pc:docMk/>
            <pc:sldMk cId="1234964470" sldId="257"/>
            <ac:spMk id="2" creationId="{E092E529-A480-63AE-81AC-F49E762E3486}"/>
          </ac:spMkLst>
        </pc:spChg>
        <pc:spChg chg="del">
          <ac:chgData name="Samuel Pelage" userId="54db4591437a0f12" providerId="Windows Live" clId="Web-{35C0C74B-BF7F-4954-9DA9-90481E6149D0}" dt="2024-12-10T06:24:53.957" v="610"/>
          <ac:spMkLst>
            <pc:docMk/>
            <pc:sldMk cId="1234964470" sldId="257"/>
            <ac:spMk id="21" creationId="{265517E6-731F-4E8F-9FC3-57499CC1D260}"/>
          </ac:spMkLst>
        </pc:spChg>
        <pc:spChg chg="del">
          <ac:chgData name="Samuel Pelage" userId="54db4591437a0f12" providerId="Windows Live" clId="Web-{35C0C74B-BF7F-4954-9DA9-90481E6149D0}" dt="2024-12-10T06:24:53.957" v="610"/>
          <ac:spMkLst>
            <pc:docMk/>
            <pc:sldMk cId="1234964470" sldId="257"/>
            <ac:spMk id="23" creationId="{6024FDB6-ADEE-441F-BE33-7FBD2998E76F}"/>
          </ac:spMkLst>
        </pc:spChg>
        <pc:spChg chg="del">
          <ac:chgData name="Samuel Pelage" userId="54db4591437a0f12" providerId="Windows Live" clId="Web-{35C0C74B-BF7F-4954-9DA9-90481E6149D0}" dt="2024-12-10T06:24:53.957" v="610"/>
          <ac:spMkLst>
            <pc:docMk/>
            <pc:sldMk cId="1234964470" sldId="257"/>
            <ac:spMk id="25" creationId="{18E928D9-3091-4385-B979-265D55AD02CE}"/>
          </ac:spMkLst>
        </pc:spChg>
        <pc:spChg chg="del">
          <ac:chgData name="Samuel Pelage" userId="54db4591437a0f12" providerId="Windows Live" clId="Web-{35C0C74B-BF7F-4954-9DA9-90481E6149D0}" dt="2024-12-10T06:24:53.957" v="610"/>
          <ac:spMkLst>
            <pc:docMk/>
            <pc:sldMk cId="1234964470" sldId="257"/>
            <ac:spMk id="27" creationId="{7D602432-D774-4CF5-94E8-7D52D01059D2}"/>
          </ac:spMkLst>
        </pc:spChg>
        <pc:spChg chg="add">
          <ac:chgData name="Samuel Pelage" userId="54db4591437a0f12" providerId="Windows Live" clId="Web-{35C0C74B-BF7F-4954-9DA9-90481E6149D0}" dt="2024-12-10T06:24:53.957" v="610"/>
          <ac:spMkLst>
            <pc:docMk/>
            <pc:sldMk cId="1234964470" sldId="257"/>
            <ac:spMk id="32" creationId="{C4879EFC-8E62-4E00-973C-C45EE9EC676D}"/>
          </ac:spMkLst>
        </pc:spChg>
        <pc:spChg chg="add">
          <ac:chgData name="Samuel Pelage" userId="54db4591437a0f12" providerId="Windows Live" clId="Web-{35C0C74B-BF7F-4954-9DA9-90481E6149D0}" dt="2024-12-10T06:24:53.957" v="610"/>
          <ac:spMkLst>
            <pc:docMk/>
            <pc:sldMk cId="1234964470" sldId="257"/>
            <ac:spMk id="34" creationId="{D6A9C53F-5F90-40A5-8C85-5412D39C8C68}"/>
          </ac:spMkLst>
        </pc:spChg>
        <pc:picChg chg="mod">
          <ac:chgData name="Samuel Pelage" userId="54db4591437a0f12" providerId="Windows Live" clId="Web-{35C0C74B-BF7F-4954-9DA9-90481E6149D0}" dt="2024-12-10T06:24:53.957" v="610"/>
          <ac:picMkLst>
            <pc:docMk/>
            <pc:sldMk cId="1234964470" sldId="257"/>
            <ac:picMk id="4" creationId="{69A2DEB1-5062-68F0-5234-C0F8A22F414D}"/>
          </ac:picMkLst>
        </pc:picChg>
        <pc:picChg chg="mod ord">
          <ac:chgData name="Samuel Pelage" userId="54db4591437a0f12" providerId="Windows Live" clId="Web-{35C0C74B-BF7F-4954-9DA9-90481E6149D0}" dt="2024-12-10T06:24:53.957" v="610"/>
          <ac:picMkLst>
            <pc:docMk/>
            <pc:sldMk cId="1234964470" sldId="257"/>
            <ac:picMk id="5" creationId="{B42468E9-D03D-1F70-6952-18EC3861B585}"/>
          </ac:picMkLst>
        </pc:picChg>
      </pc:sldChg>
      <pc:sldChg chg="modSp">
        <pc:chgData name="Samuel Pelage" userId="54db4591437a0f12" providerId="Windows Live" clId="Web-{35C0C74B-BF7F-4954-9DA9-90481E6149D0}" dt="2024-12-10T06:26:54.319" v="619" actId="20577"/>
        <pc:sldMkLst>
          <pc:docMk/>
          <pc:sldMk cId="3092966837" sldId="258"/>
        </pc:sldMkLst>
        <pc:spChg chg="mod">
          <ac:chgData name="Samuel Pelage" userId="54db4591437a0f12" providerId="Windows Live" clId="Web-{35C0C74B-BF7F-4954-9DA9-90481E6149D0}" dt="2024-12-10T06:26:54.319" v="619" actId="20577"/>
          <ac:spMkLst>
            <pc:docMk/>
            <pc:sldMk cId="3092966837" sldId="258"/>
            <ac:spMk id="2" creationId="{E5C3DF65-33B8-4A17-062D-60BCB3DA7023}"/>
          </ac:spMkLst>
        </pc:spChg>
      </pc:sldChg>
      <pc:sldChg chg="modSp">
        <pc:chgData name="Samuel Pelage" userId="54db4591437a0f12" providerId="Windows Live" clId="Web-{35C0C74B-BF7F-4954-9DA9-90481E6149D0}" dt="2024-12-10T06:26:15.334" v="614" actId="20577"/>
        <pc:sldMkLst>
          <pc:docMk/>
          <pc:sldMk cId="1424559891" sldId="259"/>
        </pc:sldMkLst>
        <pc:spChg chg="mod">
          <ac:chgData name="Samuel Pelage" userId="54db4591437a0f12" providerId="Windows Live" clId="Web-{35C0C74B-BF7F-4954-9DA9-90481E6149D0}" dt="2024-12-10T06:26:15.334" v="614" actId="20577"/>
          <ac:spMkLst>
            <pc:docMk/>
            <pc:sldMk cId="1424559891" sldId="259"/>
            <ac:spMk id="2" creationId="{379441B5-7E39-4ABE-93C5-74B7857E6203}"/>
          </ac:spMkLst>
        </pc:spChg>
        <pc:spChg chg="mod">
          <ac:chgData name="Samuel Pelage" userId="54db4591437a0f12" providerId="Windows Live" clId="Web-{35C0C74B-BF7F-4954-9DA9-90481E6149D0}" dt="2024-12-10T06:12:52.969" v="544" actId="20577"/>
          <ac:spMkLst>
            <pc:docMk/>
            <pc:sldMk cId="1424559891" sldId="259"/>
            <ac:spMk id="3" creationId="{625A1F93-C004-459B-A7BE-A11A1311AB1D}"/>
          </ac:spMkLst>
        </pc:spChg>
      </pc:sldChg>
      <pc:sldChg chg="modSp">
        <pc:chgData name="Samuel Pelage" userId="54db4591437a0f12" providerId="Windows Live" clId="Web-{35C0C74B-BF7F-4954-9DA9-90481E6149D0}" dt="2024-12-10T06:28:21.874" v="627" actId="1076"/>
        <pc:sldMkLst>
          <pc:docMk/>
          <pc:sldMk cId="3115837493" sldId="260"/>
        </pc:sldMkLst>
        <pc:spChg chg="mod ord">
          <ac:chgData name="Samuel Pelage" userId="54db4591437a0f12" providerId="Windows Live" clId="Web-{35C0C74B-BF7F-4954-9DA9-90481E6149D0}" dt="2024-12-10T06:28:21.874" v="627" actId="1076"/>
          <ac:spMkLst>
            <pc:docMk/>
            <pc:sldMk cId="3115837493" sldId="260"/>
            <ac:spMk id="2" creationId="{3FA2B36A-D6AD-5478-8FE2-698E8AEF0592}"/>
          </ac:spMkLst>
        </pc:spChg>
      </pc:sldChg>
      <pc:sldChg chg="addSp delSp modSp">
        <pc:chgData name="Samuel Pelage" userId="54db4591437a0f12" providerId="Windows Live" clId="Web-{35C0C74B-BF7F-4954-9DA9-90481E6149D0}" dt="2024-12-10T06:30:28.830" v="638" actId="1076"/>
        <pc:sldMkLst>
          <pc:docMk/>
          <pc:sldMk cId="3747190767" sldId="261"/>
        </pc:sldMkLst>
        <pc:spChg chg="mod">
          <ac:chgData name="Samuel Pelage" userId="54db4591437a0f12" providerId="Windows Live" clId="Web-{35C0C74B-BF7F-4954-9DA9-90481E6149D0}" dt="2024-12-10T06:30:28.830" v="638" actId="1076"/>
          <ac:spMkLst>
            <pc:docMk/>
            <pc:sldMk cId="3747190767" sldId="261"/>
            <ac:spMk id="2" creationId="{DB796157-AD56-BF04-A1AA-7DC28E1EAE2E}"/>
          </ac:spMkLst>
        </pc:spChg>
        <pc:spChg chg="mod">
          <ac:chgData name="Samuel Pelage" userId="54db4591437a0f12" providerId="Windows Live" clId="Web-{35C0C74B-BF7F-4954-9DA9-90481E6149D0}" dt="2024-12-10T06:21:41.437" v="587" actId="20577"/>
          <ac:spMkLst>
            <pc:docMk/>
            <pc:sldMk cId="3747190767" sldId="261"/>
            <ac:spMk id="3" creationId="{D61B02D7-07BB-84C2-5145-77CC06CBBB2B}"/>
          </ac:spMkLst>
        </pc:spChg>
        <pc:spChg chg="del">
          <ac:chgData name="Samuel Pelage" userId="54db4591437a0f12" providerId="Windows Live" clId="Web-{35C0C74B-BF7F-4954-9DA9-90481E6149D0}" dt="2024-12-10T06:19:16.747" v="572"/>
          <ac:spMkLst>
            <pc:docMk/>
            <pc:sldMk cId="3747190767" sldId="261"/>
            <ac:spMk id="8" creationId="{389575E1-3389-451A-A5F7-27854C25C599}"/>
          </ac:spMkLst>
        </pc:spChg>
        <pc:spChg chg="del">
          <ac:chgData name="Samuel Pelage" userId="54db4591437a0f12" providerId="Windows Live" clId="Web-{35C0C74B-BF7F-4954-9DA9-90481E6149D0}" dt="2024-12-10T06:19:16.747" v="572"/>
          <ac:spMkLst>
            <pc:docMk/>
            <pc:sldMk cId="3747190767" sldId="261"/>
            <ac:spMk id="10" creationId="{A53CCC5C-D88E-40FB-B30B-23DCDBD01D37}"/>
          </ac:spMkLst>
        </pc:spChg>
        <pc:spChg chg="del">
          <ac:chgData name="Samuel Pelage" userId="54db4591437a0f12" providerId="Windows Live" clId="Web-{35C0C74B-BF7F-4954-9DA9-90481E6149D0}" dt="2024-12-10T06:19:16.747" v="572"/>
          <ac:spMkLst>
            <pc:docMk/>
            <pc:sldMk cId="3747190767" sldId="261"/>
            <ac:spMk id="12" creationId="{081E4A58-353D-44AE-B2FC-2A74E2E400F7}"/>
          </ac:spMkLst>
        </pc:spChg>
        <pc:spChg chg="add">
          <ac:chgData name="Samuel Pelage" userId="54db4591437a0f12" providerId="Windows Live" clId="Web-{35C0C74B-BF7F-4954-9DA9-90481E6149D0}" dt="2024-12-10T06:19:16.747" v="572"/>
          <ac:spMkLst>
            <pc:docMk/>
            <pc:sldMk cId="3747190767" sldId="261"/>
            <ac:spMk id="14" creationId="{100EDD19-6802-4EC3-95CE-CFFAB042CFD6}"/>
          </ac:spMkLst>
        </pc:spChg>
        <pc:spChg chg="add">
          <ac:chgData name="Samuel Pelage" userId="54db4591437a0f12" providerId="Windows Live" clId="Web-{35C0C74B-BF7F-4954-9DA9-90481E6149D0}" dt="2024-12-10T06:19:16.747" v="572"/>
          <ac:spMkLst>
            <pc:docMk/>
            <pc:sldMk cId="3747190767" sldId="261"/>
            <ac:spMk id="19" creationId="{DB17E863-922E-4C26-BD64-E8FD41D28661}"/>
          </ac:spMkLst>
        </pc:spChg>
      </pc:sldChg>
      <pc:sldChg chg="modSp">
        <pc:chgData name="Samuel Pelage" userId="54db4591437a0f12" providerId="Windows Live" clId="Web-{35C0C74B-BF7F-4954-9DA9-90481E6149D0}" dt="2024-12-10T06:29:12.937" v="632"/>
        <pc:sldMkLst>
          <pc:docMk/>
          <pc:sldMk cId="948363247" sldId="262"/>
        </pc:sldMkLst>
        <pc:spChg chg="mod ord">
          <ac:chgData name="Samuel Pelage" userId="54db4591437a0f12" providerId="Windows Live" clId="Web-{35C0C74B-BF7F-4954-9DA9-90481E6149D0}" dt="2024-12-10T06:29:12.937" v="632"/>
          <ac:spMkLst>
            <pc:docMk/>
            <pc:sldMk cId="948363247" sldId="262"/>
            <ac:spMk id="2" creationId="{85D39667-517D-457D-A77E-DBAE9C5B7976}"/>
          </ac:spMkLst>
        </pc:spChg>
      </pc:sldChg>
      <pc:sldChg chg="addSp modSp mod setBg">
        <pc:chgData name="Samuel Pelage" userId="54db4591437a0f12" providerId="Windows Live" clId="Web-{35C0C74B-BF7F-4954-9DA9-90481E6149D0}" dt="2024-12-11T00:03:09.007" v="913" actId="20577"/>
        <pc:sldMkLst>
          <pc:docMk/>
          <pc:sldMk cId="845302220" sldId="263"/>
        </pc:sldMkLst>
        <pc:spChg chg="mod">
          <ac:chgData name="Samuel Pelage" userId="54db4591437a0f12" providerId="Windows Live" clId="Web-{35C0C74B-BF7F-4954-9DA9-90481E6149D0}" dt="2024-12-10T23:58:47.608" v="902" actId="20577"/>
          <ac:spMkLst>
            <pc:docMk/>
            <pc:sldMk cId="845302220" sldId="263"/>
            <ac:spMk id="2" creationId="{60F54B2F-D228-9B1F-0821-8E0BD0B934A3}"/>
          </ac:spMkLst>
        </pc:spChg>
        <pc:spChg chg="mod">
          <ac:chgData name="Samuel Pelage" userId="54db4591437a0f12" providerId="Windows Live" clId="Web-{35C0C74B-BF7F-4954-9DA9-90481E6149D0}" dt="2024-12-11T00:03:09.007" v="913" actId="20577"/>
          <ac:spMkLst>
            <pc:docMk/>
            <pc:sldMk cId="845302220" sldId="263"/>
            <ac:spMk id="3" creationId="{A752FABE-336E-593C-72F1-3DF6848ED2E6}"/>
          </ac:spMkLst>
        </pc:spChg>
        <pc:spChg chg="add">
          <ac:chgData name="Samuel Pelage" userId="54db4591437a0f12" providerId="Windows Live" clId="Web-{35C0C74B-BF7F-4954-9DA9-90481E6149D0}" dt="2024-12-10T23:58:06.576" v="901"/>
          <ac:spMkLst>
            <pc:docMk/>
            <pc:sldMk cId="845302220" sldId="263"/>
            <ac:spMk id="8" creationId="{100EDD19-6802-4EC3-95CE-CFFAB042CFD6}"/>
          </ac:spMkLst>
        </pc:spChg>
        <pc:spChg chg="add">
          <ac:chgData name="Samuel Pelage" userId="54db4591437a0f12" providerId="Windows Live" clId="Web-{35C0C74B-BF7F-4954-9DA9-90481E6149D0}" dt="2024-12-10T23:58:06.576" v="901"/>
          <ac:spMkLst>
            <pc:docMk/>
            <pc:sldMk cId="845302220" sldId="263"/>
            <ac:spMk id="10" creationId="{DB17E863-922E-4C26-BD64-E8FD41D28661}"/>
          </ac:spMkLst>
        </pc:spChg>
      </pc:sldChg>
      <pc:sldChg chg="addSp delSp modSp mod setBg">
        <pc:chgData name="Samuel Pelage" userId="54db4591437a0f12" providerId="Windows Live" clId="Web-{35C0C74B-BF7F-4954-9DA9-90481E6149D0}" dt="2024-12-10T06:29:55.673" v="635" actId="1076"/>
        <pc:sldMkLst>
          <pc:docMk/>
          <pc:sldMk cId="3023558500" sldId="264"/>
        </pc:sldMkLst>
        <pc:spChg chg="mod">
          <ac:chgData name="Samuel Pelage" userId="54db4591437a0f12" providerId="Windows Live" clId="Web-{35C0C74B-BF7F-4954-9DA9-90481E6149D0}" dt="2024-12-10T06:29:55.673" v="635" actId="1076"/>
          <ac:spMkLst>
            <pc:docMk/>
            <pc:sldMk cId="3023558500" sldId="264"/>
            <ac:spMk id="2" creationId="{9B612011-9CB0-E11B-D55A-BD0D1B39AF7A}"/>
          </ac:spMkLst>
        </pc:spChg>
        <pc:spChg chg="mod">
          <ac:chgData name="Samuel Pelage" userId="54db4591437a0f12" providerId="Windows Live" clId="Web-{35C0C74B-BF7F-4954-9DA9-90481E6149D0}" dt="2024-12-10T06:22:05.719" v="591" actId="20577"/>
          <ac:spMkLst>
            <pc:docMk/>
            <pc:sldMk cId="3023558500" sldId="264"/>
            <ac:spMk id="3" creationId="{5C88B31E-EB1B-D162-8E37-00130DF7F989}"/>
          </ac:spMkLst>
        </pc:spChg>
        <pc:spChg chg="add del">
          <ac:chgData name="Samuel Pelage" userId="54db4591437a0f12" providerId="Windows Live" clId="Web-{35C0C74B-BF7F-4954-9DA9-90481E6149D0}" dt="2024-12-10T06:15:42.067" v="546"/>
          <ac:spMkLst>
            <pc:docMk/>
            <pc:sldMk cId="3023558500" sldId="264"/>
            <ac:spMk id="8" creationId="{C05CBC3C-2E5A-4839-8B9B-2E5A6ADF0F58}"/>
          </ac:spMkLst>
        </pc:spChg>
        <pc:spChg chg="add del">
          <ac:chgData name="Samuel Pelage" userId="54db4591437a0f12" providerId="Windows Live" clId="Web-{35C0C74B-BF7F-4954-9DA9-90481E6149D0}" dt="2024-12-10T06:15:42.067" v="546"/>
          <ac:spMkLst>
            <pc:docMk/>
            <pc:sldMk cId="3023558500" sldId="264"/>
            <ac:spMk id="10" creationId="{827FF362-FC97-4BF5-949B-D4ADFA26E457}"/>
          </ac:spMkLst>
        </pc:spChg>
        <pc:spChg chg="add del">
          <ac:chgData name="Samuel Pelage" userId="54db4591437a0f12" providerId="Windows Live" clId="Web-{35C0C74B-BF7F-4954-9DA9-90481E6149D0}" dt="2024-12-10T06:18:15.867" v="571"/>
          <ac:spMkLst>
            <pc:docMk/>
            <pc:sldMk cId="3023558500" sldId="264"/>
            <ac:spMk id="12" creationId="{5B7778FC-632E-4DCA-A7CB-0D7731CCF970}"/>
          </ac:spMkLst>
        </pc:spChg>
        <pc:spChg chg="add del">
          <ac:chgData name="Samuel Pelage" userId="54db4591437a0f12" providerId="Windows Live" clId="Web-{35C0C74B-BF7F-4954-9DA9-90481E6149D0}" dt="2024-12-10T06:18:15.867" v="571"/>
          <ac:spMkLst>
            <pc:docMk/>
            <pc:sldMk cId="3023558500" sldId="264"/>
            <ac:spMk id="13" creationId="{C2554CA6-288E-4202-BC52-2E5A8F0C0AED}"/>
          </ac:spMkLst>
        </pc:spChg>
        <pc:spChg chg="add del">
          <ac:chgData name="Samuel Pelage" userId="54db4591437a0f12" providerId="Windows Live" clId="Web-{35C0C74B-BF7F-4954-9DA9-90481E6149D0}" dt="2024-12-10T06:18:15.867" v="571"/>
          <ac:spMkLst>
            <pc:docMk/>
            <pc:sldMk cId="3023558500" sldId="264"/>
            <ac:spMk id="14" creationId="{FA23A907-97FB-4A8F-880A-DD77401C4296}"/>
          </ac:spMkLst>
        </pc:spChg>
        <pc:spChg chg="add del">
          <ac:chgData name="Samuel Pelage" userId="54db4591437a0f12" providerId="Windows Live" clId="Web-{35C0C74B-BF7F-4954-9DA9-90481E6149D0}" dt="2024-12-10T06:18:15.867" v="571"/>
          <ac:spMkLst>
            <pc:docMk/>
            <pc:sldMk cId="3023558500" sldId="264"/>
            <ac:spMk id="15" creationId="{B10BB131-AC8E-4A8E-A5D1-36260F720C3B}"/>
          </ac:spMkLst>
        </pc:spChg>
        <pc:spChg chg="add del">
          <ac:chgData name="Samuel Pelage" userId="54db4591437a0f12" providerId="Windows Live" clId="Web-{35C0C74B-BF7F-4954-9DA9-90481E6149D0}" dt="2024-12-10T06:17:57.914" v="568"/>
          <ac:spMkLst>
            <pc:docMk/>
            <pc:sldMk cId="3023558500" sldId="264"/>
            <ac:spMk id="20" creationId="{907EF6B7-1338-4443-8C46-6A318D952DFD}"/>
          </ac:spMkLst>
        </pc:spChg>
        <pc:spChg chg="add del">
          <ac:chgData name="Samuel Pelage" userId="54db4591437a0f12" providerId="Windows Live" clId="Web-{35C0C74B-BF7F-4954-9DA9-90481E6149D0}" dt="2024-12-10T06:17:57.914" v="568"/>
          <ac:spMkLst>
            <pc:docMk/>
            <pc:sldMk cId="3023558500" sldId="264"/>
            <ac:spMk id="22" creationId="{DAAE4CDD-124C-4DCF-9584-B6033B545DD5}"/>
          </ac:spMkLst>
        </pc:spChg>
        <pc:spChg chg="add del">
          <ac:chgData name="Samuel Pelage" userId="54db4591437a0f12" providerId="Windows Live" clId="Web-{35C0C74B-BF7F-4954-9DA9-90481E6149D0}" dt="2024-12-10T06:17:57.914" v="568"/>
          <ac:spMkLst>
            <pc:docMk/>
            <pc:sldMk cId="3023558500" sldId="264"/>
            <ac:spMk id="24" creationId="{081E4A58-353D-44AE-B2FC-2A74E2E400F7}"/>
          </ac:spMkLst>
        </pc:spChg>
        <pc:spChg chg="add del">
          <ac:chgData name="Samuel Pelage" userId="54db4591437a0f12" providerId="Windows Live" clId="Web-{35C0C74B-BF7F-4954-9DA9-90481E6149D0}" dt="2024-12-10T06:18:15.851" v="570"/>
          <ac:spMkLst>
            <pc:docMk/>
            <pc:sldMk cId="3023558500" sldId="264"/>
            <ac:spMk id="26" creationId="{389575E1-3389-451A-A5F7-27854C25C599}"/>
          </ac:spMkLst>
        </pc:spChg>
        <pc:spChg chg="add del">
          <ac:chgData name="Samuel Pelage" userId="54db4591437a0f12" providerId="Windows Live" clId="Web-{35C0C74B-BF7F-4954-9DA9-90481E6149D0}" dt="2024-12-10T06:18:15.851" v="570"/>
          <ac:spMkLst>
            <pc:docMk/>
            <pc:sldMk cId="3023558500" sldId="264"/>
            <ac:spMk id="27" creationId="{A53CCC5C-D88E-40FB-B30B-23DCDBD01D37}"/>
          </ac:spMkLst>
        </pc:spChg>
        <pc:spChg chg="add del">
          <ac:chgData name="Samuel Pelage" userId="54db4591437a0f12" providerId="Windows Live" clId="Web-{35C0C74B-BF7F-4954-9DA9-90481E6149D0}" dt="2024-12-10T06:18:15.851" v="570"/>
          <ac:spMkLst>
            <pc:docMk/>
            <pc:sldMk cId="3023558500" sldId="264"/>
            <ac:spMk id="28" creationId="{081E4A58-353D-44AE-B2FC-2A74E2E400F7}"/>
          </ac:spMkLst>
        </pc:spChg>
        <pc:spChg chg="add">
          <ac:chgData name="Samuel Pelage" userId="54db4591437a0f12" providerId="Windows Live" clId="Web-{35C0C74B-BF7F-4954-9DA9-90481E6149D0}" dt="2024-12-10T06:18:15.867" v="571"/>
          <ac:spMkLst>
            <pc:docMk/>
            <pc:sldMk cId="3023558500" sldId="264"/>
            <ac:spMk id="30" creationId="{100EDD19-6802-4EC3-95CE-CFFAB042CFD6}"/>
          </ac:spMkLst>
        </pc:spChg>
        <pc:spChg chg="add">
          <ac:chgData name="Samuel Pelage" userId="54db4591437a0f12" providerId="Windows Live" clId="Web-{35C0C74B-BF7F-4954-9DA9-90481E6149D0}" dt="2024-12-10T06:18:15.867" v="571"/>
          <ac:spMkLst>
            <pc:docMk/>
            <pc:sldMk cId="3023558500" sldId="264"/>
            <ac:spMk id="31" creationId="{DB17E863-922E-4C26-BD64-E8FD41D28661}"/>
          </ac:spMkLst>
        </pc:spChg>
      </pc:sldChg>
      <pc:sldChg chg="addSp delSp modSp new mod setBg">
        <pc:chgData name="Samuel Pelage" userId="54db4591437a0f12" providerId="Windows Live" clId="Web-{35C0C74B-BF7F-4954-9DA9-90481E6149D0}" dt="2024-12-10T06:22:19.126" v="596" actId="20577"/>
        <pc:sldMkLst>
          <pc:docMk/>
          <pc:sldMk cId="2219718928" sldId="265"/>
        </pc:sldMkLst>
        <pc:spChg chg="del">
          <ac:chgData name="Samuel Pelage" userId="54db4591437a0f12" providerId="Windows Live" clId="Web-{35C0C74B-BF7F-4954-9DA9-90481E6149D0}" dt="2024-12-10T05:16:44.054" v="260"/>
          <ac:spMkLst>
            <pc:docMk/>
            <pc:sldMk cId="2219718928" sldId="265"/>
            <ac:spMk id="2" creationId="{6019E56F-E964-ECFF-1BDF-91DCE9B59EAA}"/>
          </ac:spMkLst>
        </pc:spChg>
        <pc:spChg chg="mod">
          <ac:chgData name="Samuel Pelage" userId="54db4591437a0f12" providerId="Windows Live" clId="Web-{35C0C74B-BF7F-4954-9DA9-90481E6149D0}" dt="2024-12-10T06:22:19.126" v="596" actId="20577"/>
          <ac:spMkLst>
            <pc:docMk/>
            <pc:sldMk cId="2219718928" sldId="265"/>
            <ac:spMk id="3" creationId="{A8CAF5A4-E007-675D-9EF7-D338EFCF7492}"/>
          </ac:spMkLst>
        </pc:spChg>
        <pc:spChg chg="add">
          <ac:chgData name="Samuel Pelage" userId="54db4591437a0f12" providerId="Windows Live" clId="Web-{35C0C74B-BF7F-4954-9DA9-90481E6149D0}" dt="2024-12-10T06:20:10.217" v="573"/>
          <ac:spMkLst>
            <pc:docMk/>
            <pc:sldMk cId="2219718928" sldId="265"/>
            <ac:spMk id="8" creationId="{100EDD19-6802-4EC3-95CE-CFFAB042CFD6}"/>
          </ac:spMkLst>
        </pc:spChg>
        <pc:spChg chg="add">
          <ac:chgData name="Samuel Pelage" userId="54db4591437a0f12" providerId="Windows Live" clId="Web-{35C0C74B-BF7F-4954-9DA9-90481E6149D0}" dt="2024-12-10T06:20:10.217" v="573"/>
          <ac:spMkLst>
            <pc:docMk/>
            <pc:sldMk cId="2219718928" sldId="265"/>
            <ac:spMk id="10" creationId="{DB17E863-922E-4C26-BD64-E8FD41D28661}"/>
          </ac:spMkLst>
        </pc:spChg>
      </pc:sldChg>
    </pc:docChg>
  </pc:docChgLst>
  <pc:docChgLst>
    <pc:chgData name="Samuel Pelage" userId="54db4591437a0f12" providerId="Windows Live" clId="Web-{876FE27C-1161-4A9B-B716-0794D1B4EE8C}"/>
    <pc:docChg chg="addSld modSld">
      <pc:chgData name="Samuel Pelage" userId="54db4591437a0f12" providerId="Windows Live" clId="Web-{876FE27C-1161-4A9B-B716-0794D1B4EE8C}" dt="2024-11-27T17:59:18.624" v="11" actId="14100"/>
      <pc:docMkLst>
        <pc:docMk/>
      </pc:docMkLst>
      <pc:sldChg chg="modSp">
        <pc:chgData name="Samuel Pelage" userId="54db4591437a0f12" providerId="Windows Live" clId="Web-{876FE27C-1161-4A9B-B716-0794D1B4EE8C}" dt="2024-11-27T17:59:18.624" v="11" actId="14100"/>
        <pc:sldMkLst>
          <pc:docMk/>
          <pc:sldMk cId="1424559891" sldId="259"/>
        </pc:sldMkLst>
        <pc:spChg chg="mod">
          <ac:chgData name="Samuel Pelage" userId="54db4591437a0f12" providerId="Windows Live" clId="Web-{876FE27C-1161-4A9B-B716-0794D1B4EE8C}" dt="2024-11-27T17:59:02.593" v="9" actId="20577"/>
          <ac:spMkLst>
            <pc:docMk/>
            <pc:sldMk cId="1424559891" sldId="259"/>
            <ac:spMk id="2" creationId="{379441B5-7E39-4ABE-93C5-74B7857E6203}"/>
          </ac:spMkLst>
        </pc:spChg>
        <pc:spChg chg="mod">
          <ac:chgData name="Samuel Pelage" userId="54db4591437a0f12" providerId="Windows Live" clId="Web-{876FE27C-1161-4A9B-B716-0794D1B4EE8C}" dt="2024-11-27T17:59:18.624" v="11" actId="14100"/>
          <ac:spMkLst>
            <pc:docMk/>
            <pc:sldMk cId="1424559891" sldId="259"/>
            <ac:spMk id="3" creationId="{625A1F93-C004-459B-A7BE-A11A1311AB1D}"/>
          </ac:spMkLst>
        </pc:spChg>
      </pc:sldChg>
      <pc:sldChg chg="modSp new">
        <pc:chgData name="Samuel Pelage" userId="54db4591437a0f12" providerId="Windows Live" clId="Web-{876FE27C-1161-4A9B-B716-0794D1B4EE8C}" dt="2024-11-27T17:38:06.488" v="2" actId="20577"/>
        <pc:sldMkLst>
          <pc:docMk/>
          <pc:sldMk cId="3115837493" sldId="260"/>
        </pc:sldMkLst>
        <pc:spChg chg="mod">
          <ac:chgData name="Samuel Pelage" userId="54db4591437a0f12" providerId="Windows Live" clId="Web-{876FE27C-1161-4A9B-B716-0794D1B4EE8C}" dt="2024-11-27T17:38:06.488" v="2" actId="20577"/>
          <ac:spMkLst>
            <pc:docMk/>
            <pc:sldMk cId="3115837493" sldId="260"/>
            <ac:spMk id="2" creationId="{3FA2B36A-D6AD-5478-8FE2-698E8AEF0592}"/>
          </ac:spMkLst>
        </pc:spChg>
      </pc:sldChg>
      <pc:sldChg chg="modSp new">
        <pc:chgData name="Samuel Pelage" userId="54db4591437a0f12" providerId="Windows Live" clId="Web-{876FE27C-1161-4A9B-B716-0794D1B4EE8C}" dt="2024-11-27T17:38:25.036" v="4" actId="20577"/>
        <pc:sldMkLst>
          <pc:docMk/>
          <pc:sldMk cId="3747190767" sldId="261"/>
        </pc:sldMkLst>
        <pc:spChg chg="mod">
          <ac:chgData name="Samuel Pelage" userId="54db4591437a0f12" providerId="Windows Live" clId="Web-{876FE27C-1161-4A9B-B716-0794D1B4EE8C}" dt="2024-11-27T17:38:25.036" v="4" actId="20577"/>
          <ac:spMkLst>
            <pc:docMk/>
            <pc:sldMk cId="3747190767" sldId="261"/>
            <ac:spMk id="2" creationId="{DB796157-AD56-BF04-A1AA-7DC28E1EAE2E}"/>
          </ac:spMkLst>
        </pc:spChg>
      </pc:sldChg>
      <pc:sldChg chg="modSp new">
        <pc:chgData name="Samuel Pelage" userId="54db4591437a0f12" providerId="Windows Live" clId="Web-{876FE27C-1161-4A9B-B716-0794D1B4EE8C}" dt="2024-11-27T17:39:16.337" v="7" actId="20577"/>
        <pc:sldMkLst>
          <pc:docMk/>
          <pc:sldMk cId="948363247" sldId="262"/>
        </pc:sldMkLst>
        <pc:spChg chg="mod">
          <ac:chgData name="Samuel Pelage" userId="54db4591437a0f12" providerId="Windows Live" clId="Web-{876FE27C-1161-4A9B-B716-0794D1B4EE8C}" dt="2024-11-27T17:39:16.337" v="7" actId="20577"/>
          <ac:spMkLst>
            <pc:docMk/>
            <pc:sldMk cId="948363247" sldId="262"/>
            <ac:spMk id="2" creationId="{85D39667-517D-457D-A77E-DBAE9C5B7976}"/>
          </ac:spMkLst>
        </pc:spChg>
      </pc:sldChg>
    </pc:docChg>
  </pc:docChgLst>
  <pc:docChgLst>
    <pc:chgData name="Samuel Pelage" userId="54db4591437a0f12" providerId="Windows Live" clId="Web-{29F05246-8FB4-492C-B04C-9CE7393D9402}"/>
    <pc:docChg chg="addSld modSld">
      <pc:chgData name="Samuel Pelage" userId="54db4591437a0f12" providerId="Windows Live" clId="Web-{29F05246-8FB4-492C-B04C-9CE7393D9402}" dt="2024-12-01T21:03:41.755" v="230" actId="20577"/>
      <pc:docMkLst>
        <pc:docMk/>
      </pc:docMkLst>
      <pc:sldChg chg="addSp delSp modSp mod setBg">
        <pc:chgData name="Samuel Pelage" userId="54db4591437a0f12" providerId="Windows Live" clId="Web-{29F05246-8FB4-492C-B04C-9CE7393D9402}" dt="2024-12-01T20:50:23.484" v="163" actId="1076"/>
        <pc:sldMkLst>
          <pc:docMk/>
          <pc:sldMk cId="3115837493" sldId="260"/>
        </pc:sldMkLst>
        <pc:spChg chg="mod">
          <ac:chgData name="Samuel Pelage" userId="54db4591437a0f12" providerId="Windows Live" clId="Web-{29F05246-8FB4-492C-B04C-9CE7393D9402}" dt="2024-12-01T20:50:23.484" v="163" actId="1076"/>
          <ac:spMkLst>
            <pc:docMk/>
            <pc:sldMk cId="3115837493" sldId="260"/>
            <ac:spMk id="2" creationId="{3FA2B36A-D6AD-5478-8FE2-698E8AEF0592}"/>
          </ac:spMkLst>
        </pc:spChg>
        <pc:spChg chg="add del mod">
          <ac:chgData name="Samuel Pelage" userId="54db4591437a0f12" providerId="Windows Live" clId="Web-{29F05246-8FB4-492C-B04C-9CE7393D9402}" dt="2024-12-01T20:38:04.193" v="51"/>
          <ac:spMkLst>
            <pc:docMk/>
            <pc:sldMk cId="3115837493" sldId="260"/>
            <ac:spMk id="3" creationId="{1553B01C-A810-24CD-7AE0-AC4C2AE790EB}"/>
          </ac:spMkLst>
        </pc:spChg>
        <pc:spChg chg="add del mod">
          <ac:chgData name="Samuel Pelage" userId="54db4591437a0f12" providerId="Windows Live" clId="Web-{29F05246-8FB4-492C-B04C-9CE7393D9402}" dt="2024-12-01T20:38:05.552" v="52"/>
          <ac:spMkLst>
            <pc:docMk/>
            <pc:sldMk cId="3115837493" sldId="260"/>
            <ac:spMk id="5" creationId="{1135E14B-F70E-4159-F6C5-EF54C87AAB11}"/>
          </ac:spMkLst>
        </pc:spChg>
        <pc:spChg chg="add del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7" creationId="{D278ADA9-6383-4BDD-80D2-8899A402687B}"/>
          </ac:spMkLst>
        </pc:spChg>
        <pc:spChg chg="add del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9" creationId="{484B7147-B0F6-40ED-B5A2-FF72BC8198B6}"/>
          </ac:spMkLst>
        </pc:spChg>
        <pc:spChg chg="add del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11" creationId="{B36D2DE0-0628-4A9A-A59D-7BA8B5EB3022}"/>
          </ac:spMkLst>
        </pc:spChg>
        <pc:spChg chg="add del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13" creationId="{48E405C9-94BE-41DA-928C-DEC9A8550E9F}"/>
          </ac:spMkLst>
        </pc:spChg>
        <pc:spChg chg="add del">
          <ac:chgData name="Samuel Pelage" userId="54db4591437a0f12" providerId="Windows Live" clId="Web-{29F05246-8FB4-492C-B04C-9CE7393D9402}" dt="2024-12-01T20:38:06.802" v="53"/>
          <ac:spMkLst>
            <pc:docMk/>
            <pc:sldMk cId="3115837493" sldId="260"/>
            <ac:spMk id="15" creationId="{D2091A72-D5BB-42AC-8FD3-F7747D90861E}"/>
          </ac:spMkLst>
        </pc:spChg>
        <pc:spChg chg="add del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17" creationId="{6ED12BFC-A737-46AF-8411-481112D54B0C}"/>
          </ac:spMkLst>
        </pc:spChg>
        <pc:spChg chg="add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22" creationId="{D278ADA9-6383-4BDD-80D2-8899A402687B}"/>
          </ac:spMkLst>
        </pc:spChg>
        <pc:spChg chg="add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24" creationId="{484B7147-B0F6-40ED-B5A2-FF72BC8198B6}"/>
          </ac:spMkLst>
        </pc:spChg>
        <pc:spChg chg="add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28" creationId="{48E405C9-94BE-41DA-928C-DEC9A8550E9F}"/>
          </ac:spMkLst>
        </pc:spChg>
        <pc:spChg chg="add">
          <ac:chgData name="Samuel Pelage" userId="54db4591437a0f12" providerId="Windows Live" clId="Web-{29F05246-8FB4-492C-B04C-9CE7393D9402}" dt="2024-12-01T20:49:45.577" v="155"/>
          <ac:spMkLst>
            <pc:docMk/>
            <pc:sldMk cId="3115837493" sldId="260"/>
            <ac:spMk id="30" creationId="{D2091A72-D5BB-42AC-8FD3-F7747D90861E}"/>
          </ac:spMkLst>
        </pc:spChg>
      </pc:sldChg>
      <pc:sldChg chg="addSp delSp modSp mod setBg">
        <pc:chgData name="Samuel Pelage" userId="54db4591437a0f12" providerId="Windows Live" clId="Web-{29F05246-8FB4-492C-B04C-9CE7393D9402}" dt="2024-12-01T20:51:20.641" v="165"/>
        <pc:sldMkLst>
          <pc:docMk/>
          <pc:sldMk cId="3747190767" sldId="261"/>
        </pc:sldMkLst>
        <pc:spChg chg="mod">
          <ac:chgData name="Samuel Pelage" userId="54db4591437a0f12" providerId="Windows Live" clId="Web-{29F05246-8FB4-492C-B04C-9CE7393D9402}" dt="2024-12-01T20:51:20.641" v="165"/>
          <ac:spMkLst>
            <pc:docMk/>
            <pc:sldMk cId="3747190767" sldId="261"/>
            <ac:spMk id="2" creationId="{DB796157-AD56-BF04-A1AA-7DC28E1EAE2E}"/>
          </ac:spMkLst>
        </pc:spChg>
        <pc:spChg chg="add del mod">
          <ac:chgData name="Samuel Pelage" userId="54db4591437a0f12" providerId="Windows Live" clId="Web-{29F05246-8FB4-492C-B04C-9CE7393D9402}" dt="2024-12-01T20:51:20.641" v="165"/>
          <ac:spMkLst>
            <pc:docMk/>
            <pc:sldMk cId="3747190767" sldId="261"/>
            <ac:spMk id="3" creationId="{D61B02D7-07BB-84C2-5145-77CC06CBBB2B}"/>
          </ac:spMkLst>
        </pc:spChg>
        <pc:spChg chg="add del">
          <ac:chgData name="Samuel Pelage" userId="54db4591437a0f12" providerId="Windows Live" clId="Web-{29F05246-8FB4-492C-B04C-9CE7393D9402}" dt="2024-12-01T20:37:34.489" v="19"/>
          <ac:spMkLst>
            <pc:docMk/>
            <pc:sldMk cId="3747190767" sldId="261"/>
            <ac:spMk id="7" creationId="{D278ADA9-6383-4BDD-80D2-8899A402687B}"/>
          </ac:spMkLst>
        </pc:spChg>
        <pc:spChg chg="add">
          <ac:chgData name="Samuel Pelage" userId="54db4591437a0f12" providerId="Windows Live" clId="Web-{29F05246-8FB4-492C-B04C-9CE7393D9402}" dt="2024-12-01T20:51:20.641" v="165"/>
          <ac:spMkLst>
            <pc:docMk/>
            <pc:sldMk cId="3747190767" sldId="261"/>
            <ac:spMk id="8" creationId="{389575E1-3389-451A-A5F7-27854C25C599}"/>
          </ac:spMkLst>
        </pc:spChg>
        <pc:spChg chg="add del">
          <ac:chgData name="Samuel Pelage" userId="54db4591437a0f12" providerId="Windows Live" clId="Web-{29F05246-8FB4-492C-B04C-9CE7393D9402}" dt="2024-12-01T20:37:34.489" v="19"/>
          <ac:spMkLst>
            <pc:docMk/>
            <pc:sldMk cId="3747190767" sldId="261"/>
            <ac:spMk id="9" creationId="{484B7147-B0F6-40ED-B5A2-FF72BC8198B6}"/>
          </ac:spMkLst>
        </pc:spChg>
        <pc:spChg chg="add">
          <ac:chgData name="Samuel Pelage" userId="54db4591437a0f12" providerId="Windows Live" clId="Web-{29F05246-8FB4-492C-B04C-9CE7393D9402}" dt="2024-12-01T20:51:20.641" v="165"/>
          <ac:spMkLst>
            <pc:docMk/>
            <pc:sldMk cId="3747190767" sldId="261"/>
            <ac:spMk id="10" creationId="{A53CCC5C-D88E-40FB-B30B-23DCDBD01D37}"/>
          </ac:spMkLst>
        </pc:spChg>
        <pc:spChg chg="add del">
          <ac:chgData name="Samuel Pelage" userId="54db4591437a0f12" providerId="Windows Live" clId="Web-{29F05246-8FB4-492C-B04C-9CE7393D9402}" dt="2024-12-01T20:37:34.489" v="19"/>
          <ac:spMkLst>
            <pc:docMk/>
            <pc:sldMk cId="3747190767" sldId="261"/>
            <ac:spMk id="11" creationId="{B36D2DE0-0628-4A9A-A59D-7BA8B5EB3022}"/>
          </ac:spMkLst>
        </pc:spChg>
        <pc:spChg chg="add">
          <ac:chgData name="Samuel Pelage" userId="54db4591437a0f12" providerId="Windows Live" clId="Web-{29F05246-8FB4-492C-B04C-9CE7393D9402}" dt="2024-12-01T20:51:20.641" v="165"/>
          <ac:spMkLst>
            <pc:docMk/>
            <pc:sldMk cId="3747190767" sldId="261"/>
            <ac:spMk id="12" creationId="{081E4A58-353D-44AE-B2FC-2A74E2E400F7}"/>
          </ac:spMkLst>
        </pc:spChg>
        <pc:spChg chg="add del">
          <ac:chgData name="Samuel Pelage" userId="54db4591437a0f12" providerId="Windows Live" clId="Web-{29F05246-8FB4-492C-B04C-9CE7393D9402}" dt="2024-12-01T20:37:34.489" v="19"/>
          <ac:spMkLst>
            <pc:docMk/>
            <pc:sldMk cId="3747190767" sldId="261"/>
            <ac:spMk id="13" creationId="{48E405C9-94BE-41DA-928C-DEC9A8550E9F}"/>
          </ac:spMkLst>
        </pc:spChg>
        <pc:spChg chg="add del">
          <ac:chgData name="Samuel Pelage" userId="54db4591437a0f12" providerId="Windows Live" clId="Web-{29F05246-8FB4-492C-B04C-9CE7393D9402}" dt="2024-12-01T20:37:34.489" v="19"/>
          <ac:spMkLst>
            <pc:docMk/>
            <pc:sldMk cId="3747190767" sldId="261"/>
            <ac:spMk id="15" creationId="{D2091A72-D5BB-42AC-8FD3-F7747D90861E}"/>
          </ac:spMkLst>
        </pc:spChg>
        <pc:spChg chg="add del">
          <ac:chgData name="Samuel Pelage" userId="54db4591437a0f12" providerId="Windows Live" clId="Web-{29F05246-8FB4-492C-B04C-9CE7393D9402}" dt="2024-12-01T20:37:34.489" v="19"/>
          <ac:spMkLst>
            <pc:docMk/>
            <pc:sldMk cId="3747190767" sldId="261"/>
            <ac:spMk id="17" creationId="{6ED12BFC-A737-46AF-8411-481112D54B0C}"/>
          </ac:spMkLst>
        </pc:spChg>
      </pc:sldChg>
      <pc:sldChg chg="addSp delSp modSp mod setBg">
        <pc:chgData name="Samuel Pelage" userId="54db4591437a0f12" providerId="Windows Live" clId="Web-{29F05246-8FB4-492C-B04C-9CE7393D9402}" dt="2024-12-01T20:52:29.940" v="173" actId="1076"/>
        <pc:sldMkLst>
          <pc:docMk/>
          <pc:sldMk cId="948363247" sldId="262"/>
        </pc:sldMkLst>
        <pc:spChg chg="mod">
          <ac:chgData name="Samuel Pelage" userId="54db4591437a0f12" providerId="Windows Live" clId="Web-{29F05246-8FB4-492C-B04C-9CE7393D9402}" dt="2024-12-01T20:52:29.940" v="173" actId="1076"/>
          <ac:spMkLst>
            <pc:docMk/>
            <pc:sldMk cId="948363247" sldId="262"/>
            <ac:spMk id="2" creationId="{85D39667-517D-457D-A77E-DBAE9C5B7976}"/>
          </ac:spMkLst>
        </pc:spChg>
        <pc:spChg chg="del">
          <ac:chgData name="Samuel Pelage" userId="54db4591437a0f12" providerId="Windows Live" clId="Web-{29F05246-8FB4-492C-B04C-9CE7393D9402}" dt="2024-12-01T20:52:08.377" v="166"/>
          <ac:spMkLst>
            <pc:docMk/>
            <pc:sldMk cId="948363247" sldId="262"/>
            <ac:spMk id="3" creationId="{68FC0275-0FC7-B9BB-E4F0-477DD8B9D120}"/>
          </ac:spMkLst>
        </pc:spChg>
        <pc:spChg chg="add">
          <ac:chgData name="Samuel Pelage" userId="54db4591437a0f12" providerId="Windows Live" clId="Web-{29F05246-8FB4-492C-B04C-9CE7393D9402}" dt="2024-12-01T20:52:12.017" v="167"/>
          <ac:spMkLst>
            <pc:docMk/>
            <pc:sldMk cId="948363247" sldId="262"/>
            <ac:spMk id="7" creationId="{D278ADA9-6383-4BDD-80D2-8899A402687B}"/>
          </ac:spMkLst>
        </pc:spChg>
        <pc:spChg chg="add">
          <ac:chgData name="Samuel Pelage" userId="54db4591437a0f12" providerId="Windows Live" clId="Web-{29F05246-8FB4-492C-B04C-9CE7393D9402}" dt="2024-12-01T20:52:12.017" v="167"/>
          <ac:spMkLst>
            <pc:docMk/>
            <pc:sldMk cId="948363247" sldId="262"/>
            <ac:spMk id="9" creationId="{484B7147-B0F6-40ED-B5A2-FF72BC8198B6}"/>
          </ac:spMkLst>
        </pc:spChg>
        <pc:spChg chg="add">
          <ac:chgData name="Samuel Pelage" userId="54db4591437a0f12" providerId="Windows Live" clId="Web-{29F05246-8FB4-492C-B04C-9CE7393D9402}" dt="2024-12-01T20:52:12.017" v="167"/>
          <ac:spMkLst>
            <pc:docMk/>
            <pc:sldMk cId="948363247" sldId="262"/>
            <ac:spMk id="11" creationId="{B36D2DE0-0628-4A9A-A59D-7BA8B5EB3022}"/>
          </ac:spMkLst>
        </pc:spChg>
        <pc:spChg chg="add">
          <ac:chgData name="Samuel Pelage" userId="54db4591437a0f12" providerId="Windows Live" clId="Web-{29F05246-8FB4-492C-B04C-9CE7393D9402}" dt="2024-12-01T20:52:12.017" v="167"/>
          <ac:spMkLst>
            <pc:docMk/>
            <pc:sldMk cId="948363247" sldId="262"/>
            <ac:spMk id="13" creationId="{48E405C9-94BE-41DA-928C-DEC9A8550E9F}"/>
          </ac:spMkLst>
        </pc:spChg>
        <pc:spChg chg="add">
          <ac:chgData name="Samuel Pelage" userId="54db4591437a0f12" providerId="Windows Live" clId="Web-{29F05246-8FB4-492C-B04C-9CE7393D9402}" dt="2024-12-01T20:52:12.017" v="167"/>
          <ac:spMkLst>
            <pc:docMk/>
            <pc:sldMk cId="948363247" sldId="262"/>
            <ac:spMk id="15" creationId="{D2091A72-D5BB-42AC-8FD3-F7747D90861E}"/>
          </ac:spMkLst>
        </pc:spChg>
        <pc:spChg chg="add">
          <ac:chgData name="Samuel Pelage" userId="54db4591437a0f12" providerId="Windows Live" clId="Web-{29F05246-8FB4-492C-B04C-9CE7393D9402}" dt="2024-12-01T20:52:12.017" v="167"/>
          <ac:spMkLst>
            <pc:docMk/>
            <pc:sldMk cId="948363247" sldId="262"/>
            <ac:spMk id="17" creationId="{6ED12BFC-A737-46AF-8411-481112D54B0C}"/>
          </ac:spMkLst>
        </pc:spChg>
      </pc:sldChg>
      <pc:sldChg chg="modSp new">
        <pc:chgData name="Samuel Pelage" userId="54db4591437a0f12" providerId="Windows Live" clId="Web-{29F05246-8FB4-492C-B04C-9CE7393D9402}" dt="2024-12-01T21:03:41.755" v="230" actId="20577"/>
        <pc:sldMkLst>
          <pc:docMk/>
          <pc:sldMk cId="845302220" sldId="263"/>
        </pc:sldMkLst>
        <pc:spChg chg="mod">
          <ac:chgData name="Samuel Pelage" userId="54db4591437a0f12" providerId="Windows Live" clId="Web-{29F05246-8FB4-492C-B04C-9CE7393D9402}" dt="2024-12-01T21:03:41.755" v="230" actId="20577"/>
          <ac:spMkLst>
            <pc:docMk/>
            <pc:sldMk cId="845302220" sldId="263"/>
            <ac:spMk id="2" creationId="{60F54B2F-D228-9B1F-0821-8E0BD0B934A3}"/>
          </ac:spMkLst>
        </pc:spChg>
      </pc:sldChg>
      <pc:sldChg chg="modSp new">
        <pc:chgData name="Samuel Pelage" userId="54db4591437a0f12" providerId="Windows Live" clId="Web-{29F05246-8FB4-492C-B04C-9CE7393D9402}" dt="2024-12-01T20:54:29.411" v="227" actId="20577"/>
        <pc:sldMkLst>
          <pc:docMk/>
          <pc:sldMk cId="3023558500" sldId="264"/>
        </pc:sldMkLst>
        <pc:spChg chg="mod">
          <ac:chgData name="Samuel Pelage" userId="54db4591437a0f12" providerId="Windows Live" clId="Web-{29F05246-8FB4-492C-B04C-9CE7393D9402}" dt="2024-12-01T20:54:29.411" v="227" actId="20577"/>
          <ac:spMkLst>
            <pc:docMk/>
            <pc:sldMk cId="3023558500" sldId="264"/>
            <ac:spMk id="2" creationId="{9B612011-9CB0-E11B-D55A-BD0D1B39AF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NULL" TargetMode="External"/><Relationship Id="rId2" Type="http://schemas.openxmlformats.org/officeDocument/2006/relationships/hyperlink" Target="https://127.0.0.1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Autofit/>
          </a:bodyPr>
          <a:lstStyle/>
          <a:p>
            <a:pPr algn="r"/>
            <a:r>
              <a:rPr lang="fr-FR" sz="6600" b="1" dirty="0"/>
              <a:t>METTEZ EN PLACE DES SERVICES WEB SECURISES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9441B5-7E39-4ABE-93C5-74B7857E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32" y="591344"/>
            <a:ext cx="3559833" cy="5585619"/>
          </a:xfrm>
        </p:spPr>
        <p:txBody>
          <a:bodyPr>
            <a:normAutofit/>
          </a:bodyPr>
          <a:lstStyle/>
          <a:p>
            <a:r>
              <a:rPr lang="fr-FR" sz="6000" b="1" dirty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5A1F93-C004-459B-A7BE-A11A1311A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761" y="576966"/>
            <a:ext cx="7452830" cy="624697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2400" dirty="0"/>
              <a:t>Test des accès aux </a:t>
            </a:r>
            <a:r>
              <a:rPr lang="fr-FR" sz="2400" dirty="0" err="1"/>
              <a:t>vhost</a:t>
            </a:r>
            <a:endParaRPr lang="fr-FR" sz="2400" dirty="0"/>
          </a:p>
          <a:p>
            <a:r>
              <a:rPr lang="fr-FR" sz="2400" dirty="0"/>
              <a:t>Test filtre IP</a:t>
            </a:r>
          </a:p>
          <a:p>
            <a:r>
              <a:rPr lang="fr-FR" sz="2400" dirty="0">
                <a:ea typeface="+mn-lt"/>
                <a:cs typeface="+mn-lt"/>
              </a:rPr>
              <a:t>Tests de la réaction aux DDoS et slow connections</a:t>
            </a:r>
          </a:p>
          <a:p>
            <a:r>
              <a:rPr lang="fr-FR" sz="2400" dirty="0">
                <a:ea typeface="+mn-lt"/>
                <a:cs typeface="+mn-lt"/>
              </a:rPr>
              <a:t>Tests des accès FTP et des droits sur les arborescences des sources en fonction des comptes connectés</a:t>
            </a:r>
            <a:endParaRPr lang="fr-FR" sz="2400" dirty="0"/>
          </a:p>
          <a:p>
            <a:r>
              <a:rPr lang="fr-FR" sz="2400" dirty="0">
                <a:ea typeface="+mn-lt"/>
                <a:cs typeface="+mn-lt"/>
              </a:rPr>
              <a:t>Tests des réponses dynamiques avec Fail2Ban (tentatives de connexion et accès à des ressources inexistantes)</a:t>
            </a:r>
            <a:endParaRPr lang="fr-FR" sz="2400" dirty="0"/>
          </a:p>
          <a:p>
            <a:r>
              <a:rPr lang="fr-FR" sz="2400" dirty="0">
                <a:ea typeface="+mn-lt"/>
                <a:cs typeface="+mn-lt"/>
              </a:rPr>
              <a:t>Explication de la différence entre SFTP et FTPS </a:t>
            </a:r>
            <a:endParaRPr lang="fr-FR" sz="2400" dirty="0"/>
          </a:p>
          <a:p>
            <a:r>
              <a:rPr lang="fr-FR" sz="2400" dirty="0">
                <a:ea typeface="+mn-lt"/>
                <a:cs typeface="+mn-lt"/>
              </a:rPr>
              <a:t>Explication de la différence entre Apache et NGINX sur le périmètre de ce prototype (avantages, inconvénients, différences)</a:t>
            </a:r>
            <a:endParaRPr lang="fr-FR" sz="2400" dirty="0"/>
          </a:p>
          <a:p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1424559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92E529-A480-63AE-81AC-F49E762E3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dirty="0"/>
              <a:t>Test des </a:t>
            </a:r>
            <a:r>
              <a:rPr lang="en-US" sz="6000" b="1" err="1"/>
              <a:t>accès</a:t>
            </a:r>
            <a:r>
              <a:rPr lang="en-US" sz="6000" b="1" dirty="0"/>
              <a:t> aux </a:t>
            </a:r>
            <a:r>
              <a:rPr lang="en-US" sz="6000" b="1" err="1"/>
              <a:t>vhost</a:t>
            </a:r>
            <a:endParaRPr lang="en-US" sz="6000" b="1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69A2DEB1-5062-68F0-5234-C0F8A22F4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24" y="2642616"/>
            <a:ext cx="5421647" cy="3605784"/>
          </a:xfrm>
          <a:prstGeom prst="rect">
            <a:avLst/>
          </a:prstGeom>
        </p:spPr>
      </p:pic>
      <p:pic>
        <p:nvPicPr>
          <p:cNvPr id="5" name="Image 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B42468E9-D03D-1F70-6952-18EC3861B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14" y="2642616"/>
            <a:ext cx="5568779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64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C3DF65-33B8-4A17-062D-60BCB3DA7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2746603"/>
            <a:ext cx="5605070" cy="11476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kern="1200" dirty="0">
                <a:latin typeface="+mj-lt"/>
                <a:ea typeface="+mj-ea"/>
                <a:cs typeface="+mj-cs"/>
              </a:rPr>
              <a:t>Test </a:t>
            </a:r>
            <a:r>
              <a:rPr lang="en-US" sz="6000" b="1" kern="1200" dirty="0" err="1">
                <a:latin typeface="+mj-lt"/>
                <a:ea typeface="+mj-ea"/>
                <a:cs typeface="+mj-cs"/>
              </a:rPr>
              <a:t>filtre</a:t>
            </a:r>
            <a:r>
              <a:rPr lang="en-US" sz="6000" b="1" kern="1200" dirty="0">
                <a:latin typeface="+mj-lt"/>
                <a:ea typeface="+mj-ea"/>
                <a:cs typeface="+mj-cs"/>
              </a:rPr>
              <a:t> IP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6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B796157-AD56-BF04-A1AA-7DC28E1EA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618" y="365125"/>
            <a:ext cx="10846278" cy="129680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6000" b="1" dirty="0">
                <a:ea typeface="+mj-lt"/>
                <a:cs typeface="+mj-lt"/>
              </a:rPr>
              <a:t>Tests de la réaction aux DDoS et slow connections</a:t>
            </a:r>
            <a:endParaRPr lang="fr-FR" sz="6000" b="1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1B02D7-07BB-84C2-5145-77CC06CBB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b="1" dirty="0"/>
              <a:t>DDoS</a:t>
            </a:r>
          </a:p>
          <a:p>
            <a:pPr marL="0" indent="0">
              <a:buNone/>
            </a:pPr>
            <a:r>
              <a:rPr lang="fr-FR" sz="2400" dirty="0"/>
              <a:t>ab –n152 –c152 </a:t>
            </a:r>
            <a:r>
              <a:rPr lang="fr-FR" sz="2400" dirty="0">
                <a:hlinkClick r:id="rId2"/>
              </a:rPr>
              <a:t>https://127.0.0.1/index.html</a:t>
            </a:r>
            <a:endParaRPr lang="fr-FR" sz="2400" dirty="0"/>
          </a:p>
          <a:p>
            <a:r>
              <a:rPr lang="fr-FR" b="1" dirty="0"/>
              <a:t>Slow connections</a:t>
            </a:r>
          </a:p>
          <a:p>
            <a:pPr marL="0" indent="0">
              <a:buNone/>
            </a:pPr>
            <a:r>
              <a:rPr lang="fr-FR" sz="2400" dirty="0"/>
              <a:t>ab –n152 –c1 </a:t>
            </a:r>
            <a:r>
              <a:rPr lang="fr-FR" sz="2400" dirty="0">
                <a:hlinkClick r:id="rId3" invalidUrl="https://"/>
              </a:rPr>
              <a:t>https://</a:t>
            </a:r>
            <a:r>
              <a:rPr lang="fr-FR" sz="2400" dirty="0"/>
              <a:t>127.0.0.1/index.html</a:t>
            </a:r>
          </a:p>
        </p:txBody>
      </p:sp>
    </p:spTree>
    <p:extLst>
      <p:ext uri="{BB962C8B-B14F-4D97-AF65-F5344CB8AC3E}">
        <p14:creationId xmlns:p14="http://schemas.microsoft.com/office/powerpoint/2010/main" val="3747190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A2B36A-D6AD-5478-8FE2-698E8AEF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052" y="48250"/>
            <a:ext cx="5576315" cy="676921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b="1" kern="1200" dirty="0">
                <a:latin typeface="+mj-lt"/>
                <a:ea typeface="+mj-ea"/>
                <a:cs typeface="+mj-cs"/>
              </a:rPr>
              <a:t>Tests des </a:t>
            </a:r>
            <a:r>
              <a:rPr lang="en-US" sz="6000" b="1" kern="1200" err="1">
                <a:latin typeface="+mj-lt"/>
                <a:ea typeface="+mj-ea"/>
                <a:cs typeface="+mj-cs"/>
              </a:rPr>
              <a:t>accès</a:t>
            </a:r>
            <a:r>
              <a:rPr lang="en-US" sz="6000" b="1" kern="1200" dirty="0">
                <a:latin typeface="+mj-lt"/>
                <a:ea typeface="+mj-ea"/>
                <a:cs typeface="+mj-cs"/>
              </a:rPr>
              <a:t> FTP et des droits sur les </a:t>
            </a:r>
            <a:r>
              <a:rPr lang="en-US" sz="6000" b="1" kern="1200" err="1">
                <a:latin typeface="+mj-lt"/>
                <a:ea typeface="+mj-ea"/>
                <a:cs typeface="+mj-cs"/>
              </a:rPr>
              <a:t>arborescences</a:t>
            </a:r>
            <a:r>
              <a:rPr lang="en-US" sz="6000" b="1" kern="1200" dirty="0">
                <a:latin typeface="+mj-lt"/>
                <a:ea typeface="+mj-ea"/>
                <a:cs typeface="+mj-cs"/>
              </a:rPr>
              <a:t> des sources </a:t>
            </a:r>
            <a:r>
              <a:rPr lang="en-US" sz="6000" b="1" kern="1200" err="1">
                <a:latin typeface="+mj-lt"/>
                <a:ea typeface="+mj-ea"/>
                <a:cs typeface="+mj-cs"/>
              </a:rPr>
              <a:t>en</a:t>
            </a:r>
            <a:r>
              <a:rPr lang="en-US" sz="60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6000" b="1" kern="1200" err="1">
                <a:latin typeface="+mj-lt"/>
                <a:ea typeface="+mj-ea"/>
                <a:cs typeface="+mj-cs"/>
              </a:rPr>
              <a:t>fonction</a:t>
            </a:r>
            <a:r>
              <a:rPr lang="en-US" sz="6000" b="1" kern="1200" dirty="0">
                <a:latin typeface="+mj-lt"/>
                <a:ea typeface="+mj-ea"/>
                <a:cs typeface="+mj-cs"/>
              </a:rPr>
              <a:t> des </a:t>
            </a:r>
            <a:r>
              <a:rPr lang="en-US" sz="6000" b="1" kern="1200" err="1">
                <a:latin typeface="+mj-lt"/>
                <a:ea typeface="+mj-ea"/>
                <a:cs typeface="+mj-cs"/>
              </a:rPr>
              <a:t>comptes</a:t>
            </a:r>
            <a:r>
              <a:rPr lang="en-US" sz="60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6000" b="1" kern="1200" err="1">
                <a:latin typeface="+mj-lt"/>
                <a:ea typeface="+mj-ea"/>
                <a:cs typeface="+mj-cs"/>
              </a:rPr>
              <a:t>connectés</a:t>
            </a:r>
            <a:endParaRPr lang="en-US" sz="6000" b="1" kern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1583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D39667-517D-457D-A77E-DBAE9C5B7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674" y="69816"/>
            <a:ext cx="5605069" cy="672608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400" b="1" kern="1200" dirty="0">
                <a:latin typeface="+mj-lt"/>
                <a:ea typeface="+mj-ea"/>
                <a:cs typeface="+mj-cs"/>
              </a:rPr>
              <a:t>Tests des </a:t>
            </a:r>
            <a:r>
              <a:rPr lang="en-US" sz="5400" b="1" kern="1200" err="1">
                <a:latin typeface="+mj-lt"/>
                <a:ea typeface="+mj-ea"/>
                <a:cs typeface="+mj-cs"/>
              </a:rPr>
              <a:t>réponses</a:t>
            </a:r>
            <a:r>
              <a:rPr lang="en-US" sz="54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err="1">
                <a:latin typeface="+mj-lt"/>
                <a:ea typeface="+mj-ea"/>
                <a:cs typeface="+mj-cs"/>
              </a:rPr>
              <a:t>dynamiques</a:t>
            </a:r>
            <a:r>
              <a:rPr lang="en-US" sz="5400" b="1" kern="1200" dirty="0">
                <a:latin typeface="+mj-lt"/>
                <a:ea typeface="+mj-ea"/>
                <a:cs typeface="+mj-cs"/>
              </a:rPr>
              <a:t> avec Fail2Ban (</a:t>
            </a:r>
            <a:r>
              <a:rPr lang="en-US" sz="5400" b="1" kern="1200" err="1">
                <a:latin typeface="+mj-lt"/>
                <a:ea typeface="+mj-ea"/>
                <a:cs typeface="+mj-cs"/>
              </a:rPr>
              <a:t>tentatives</a:t>
            </a:r>
            <a:r>
              <a:rPr lang="en-US" sz="5400" b="1" kern="1200" dirty="0">
                <a:latin typeface="+mj-lt"/>
                <a:ea typeface="+mj-ea"/>
                <a:cs typeface="+mj-cs"/>
              </a:rPr>
              <a:t> de </a:t>
            </a:r>
            <a:r>
              <a:rPr lang="en-US" sz="5400" b="1" kern="1200" err="1">
                <a:latin typeface="+mj-lt"/>
                <a:ea typeface="+mj-ea"/>
                <a:cs typeface="+mj-cs"/>
              </a:rPr>
              <a:t>connexion</a:t>
            </a:r>
            <a:r>
              <a:rPr lang="en-US" sz="5400" b="1" kern="1200" dirty="0">
                <a:latin typeface="+mj-lt"/>
                <a:ea typeface="+mj-ea"/>
                <a:cs typeface="+mj-cs"/>
              </a:rPr>
              <a:t> et </a:t>
            </a:r>
            <a:r>
              <a:rPr lang="en-US" sz="5400" b="1" kern="1200" err="1">
                <a:latin typeface="+mj-lt"/>
                <a:ea typeface="+mj-ea"/>
                <a:cs typeface="+mj-cs"/>
              </a:rPr>
              <a:t>accès</a:t>
            </a:r>
            <a:r>
              <a:rPr lang="en-US" sz="5400" b="1" kern="1200" dirty="0">
                <a:latin typeface="+mj-lt"/>
                <a:ea typeface="+mj-ea"/>
                <a:cs typeface="+mj-cs"/>
              </a:rPr>
              <a:t> à des </a:t>
            </a:r>
            <a:r>
              <a:rPr lang="en-US" sz="5400" b="1" kern="1200" err="1">
                <a:latin typeface="+mj-lt"/>
                <a:ea typeface="+mj-ea"/>
                <a:cs typeface="+mj-cs"/>
              </a:rPr>
              <a:t>ressources</a:t>
            </a:r>
            <a:r>
              <a:rPr lang="en-US" sz="54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err="1">
                <a:latin typeface="+mj-lt"/>
                <a:ea typeface="+mj-ea"/>
                <a:cs typeface="+mj-cs"/>
              </a:rPr>
              <a:t>inexistantes</a:t>
            </a:r>
            <a:r>
              <a:rPr lang="en-US" sz="5400" b="1" kern="1200" dirty="0">
                <a:latin typeface="+mj-lt"/>
                <a:ea typeface="+mj-ea"/>
                <a:cs typeface="+mj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836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0F54B2F-D228-9B1F-0821-8E0BD0B93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6000" b="1" dirty="0"/>
              <a:t>Différence entre SFTP et FTPS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52FABE-336E-593C-72F1-3DF6848E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fr-FR" b="1" dirty="0"/>
              <a:t>SFTP (SSH File Transfer Protocol) </a:t>
            </a:r>
          </a:p>
          <a:p>
            <a:pPr marL="0" indent="0">
              <a:buNone/>
            </a:pPr>
            <a:r>
              <a:rPr lang="fr-FR" sz="2400" dirty="0"/>
              <a:t>est un protocole de transfert de fichiers basé sur le protocole SSH pour chiffrer et sécuriser les transferts de fichiers.</a:t>
            </a:r>
          </a:p>
          <a:p>
            <a:pPr marL="0" indent="0">
              <a:buNone/>
            </a:pPr>
            <a:r>
              <a:rPr lang="fr-FR" sz="2400" dirty="0"/>
              <a:t>Il utilise le port 22.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fr-FR" b="1" dirty="0"/>
              <a:t>FTPS (File Transfer Protocol Secure)</a:t>
            </a:r>
          </a:p>
          <a:p>
            <a:pPr marL="0" indent="0">
              <a:buNone/>
            </a:pPr>
            <a:r>
              <a:rPr lang="fr-FR" sz="2400" dirty="0"/>
              <a:t>Est une extension du protocole FTP avec une couche de sécurité supplémentaire en utilisant le protocole SSL/TLS pour sécuriser et chiffer les connexions.</a:t>
            </a:r>
          </a:p>
          <a:p>
            <a:pPr marL="0" indent="0">
              <a:buNone/>
            </a:pPr>
            <a:r>
              <a:rPr lang="fr-FR" sz="2400" dirty="0"/>
              <a:t>Il utilise le port 21 ou un autre port dynamique pour les connexions sécurisées.</a:t>
            </a:r>
          </a:p>
        </p:txBody>
      </p:sp>
    </p:spTree>
    <p:extLst>
      <p:ext uri="{BB962C8B-B14F-4D97-AF65-F5344CB8AC3E}">
        <p14:creationId xmlns:p14="http://schemas.microsoft.com/office/powerpoint/2010/main" val="845302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612011-9CB0-E11B-D55A-BD0D1B39A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91" y="365125"/>
            <a:ext cx="11320732" cy="1311186"/>
          </a:xfrm>
        </p:spPr>
        <p:txBody>
          <a:bodyPr>
            <a:noAutofit/>
          </a:bodyPr>
          <a:lstStyle/>
          <a:p>
            <a:r>
              <a:rPr lang="fr-FR" sz="6000" b="1" dirty="0"/>
              <a:t>Différence entre Apache et NGINX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88B31E-EB1B-D162-8E37-00130DF7F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b="1" dirty="0"/>
              <a:t>APACHE</a:t>
            </a:r>
          </a:p>
          <a:p>
            <a:r>
              <a:rPr lang="fr-FR" sz="2400" dirty="0"/>
              <a:t>Serveur web très populaire, une grande communauté et beaucoup de documentation</a:t>
            </a:r>
          </a:p>
          <a:p>
            <a:r>
              <a:rPr lang="fr-FR" sz="2400" dirty="0"/>
              <a:t>Flexible et puissant pour des applications dynamiques (PHP, Python)</a:t>
            </a:r>
          </a:p>
          <a:p>
            <a:r>
              <a:rPr lang="fr-FR" sz="2400" dirty="0"/>
              <a:t>Nombreux modules pour permettre différentes fonctionnalités</a:t>
            </a:r>
          </a:p>
          <a:p>
            <a:r>
              <a:rPr lang="fr-FR" sz="2400" dirty="0"/>
              <a:t>Gourmand en ressources lorsqu'il s'agit d'un trafic élevé/connexions simultanées</a:t>
            </a:r>
          </a:p>
          <a:p>
            <a:r>
              <a:rPr lang="fr-FR" sz="2400" dirty="0"/>
              <a:t>Lent pour servir des fichiers statiques (images, </a:t>
            </a:r>
            <a:r>
              <a:rPr lang="fr-FR" sz="2400" err="1"/>
              <a:t>css</a:t>
            </a:r>
            <a:r>
              <a:rPr lang="fr-FR" sz="2400" dirty="0"/>
              <a:t>)</a:t>
            </a: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23558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CAF5A4-E007-675D-9EF7-D338EFCF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b="1" dirty="0"/>
              <a:t>NGINX</a:t>
            </a:r>
            <a:endParaRPr lang="fr-FR" b="1"/>
          </a:p>
          <a:p>
            <a:r>
              <a:rPr lang="fr-FR" sz="2400" dirty="0"/>
              <a:t>Serveur web léger et performant</a:t>
            </a:r>
          </a:p>
          <a:p>
            <a:r>
              <a:rPr lang="fr-FR" sz="2400" dirty="0"/>
              <a:t>Adapté aux sites à fort trafic</a:t>
            </a:r>
          </a:p>
          <a:p>
            <a:r>
              <a:rPr lang="fr-FR" sz="2400" dirty="0"/>
              <a:t>Efficace pour servir des fichiers statiques (images, CSS)</a:t>
            </a:r>
          </a:p>
          <a:p>
            <a:r>
              <a:rPr lang="fr-FR" sz="2400" dirty="0"/>
              <a:t>Configuration  moins convivial pour les débutants</a:t>
            </a:r>
          </a:p>
          <a:p>
            <a:r>
              <a:rPr lang="fr-FR" sz="2400" dirty="0"/>
              <a:t>Moins de modules que Apache</a:t>
            </a:r>
          </a:p>
        </p:txBody>
      </p:sp>
    </p:spTree>
    <p:extLst>
      <p:ext uri="{BB962C8B-B14F-4D97-AF65-F5344CB8AC3E}">
        <p14:creationId xmlns:p14="http://schemas.microsoft.com/office/powerpoint/2010/main" val="22197189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METTEZ EN PLACE DES SERVICES WEB SECURISES</vt:lpstr>
      <vt:lpstr>Sommaire</vt:lpstr>
      <vt:lpstr>Test des accès aux vhost</vt:lpstr>
      <vt:lpstr>Test filtre IP</vt:lpstr>
      <vt:lpstr>Tests de la réaction aux DDoS et slow connections</vt:lpstr>
      <vt:lpstr>Tests des accès FTP et des droits sur les arborescences des sources en fonction des comptes connectés</vt:lpstr>
      <vt:lpstr>Tests des réponses dynamiques avec Fail2Ban (tentatives de connexion et accès à des ressources inexistantes)</vt:lpstr>
      <vt:lpstr>Différence entre SFTP et FTPS</vt:lpstr>
      <vt:lpstr>Différence entre Apache et NGINX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544</cp:revision>
  <dcterms:created xsi:type="dcterms:W3CDTF">2024-11-20T20:10:57Z</dcterms:created>
  <dcterms:modified xsi:type="dcterms:W3CDTF">2024-12-11T00:03:09Z</dcterms:modified>
</cp:coreProperties>
</file>